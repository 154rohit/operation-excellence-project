
<file path=[Content_Types].xml><?xml version="1.0" encoding="utf-8"?>
<Types xmlns="http://schemas.openxmlformats.org/package/2006/content-types">
  <Default Extension="bin" ContentType="application/vnd.openxmlformats-officedocument.oleObject"/>
  <Default Extension="jpeg" ContentType="image/jpeg"/>
  <Default Extension="jp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slideLayouts/slideLayout17.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77" r:id="rId1"/>
    <p:sldMasterId id="2147483823" r:id="rId2"/>
    <p:sldMasterId id="2147483831" r:id="rId3"/>
  </p:sldMasterIdLst>
  <p:notesMasterIdLst>
    <p:notesMasterId r:id="rId11"/>
  </p:notesMasterIdLst>
  <p:sldIdLst>
    <p:sldId id="284" r:id="rId4"/>
    <p:sldId id="259" r:id="rId5"/>
    <p:sldId id="260" r:id="rId6"/>
    <p:sldId id="280" r:id="rId7"/>
    <p:sldId id="279" r:id="rId8"/>
    <p:sldId id="287" r:id="rId9"/>
    <p:sldId id="281" r:id="rId10"/>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5pPr>
    <a:lvl6pPr marL="2286000" algn="l" defTabSz="914400" rtl="0" eaLnBrk="1" latinLnBrk="0" hangingPunct="1">
      <a:defRPr kern="1200">
        <a:solidFill>
          <a:schemeClr val="tx1"/>
        </a:solidFill>
        <a:latin typeface="Century Gothic" panose="020B0502020202020204" pitchFamily="34" charset="0"/>
        <a:ea typeface="+mn-ea"/>
        <a:cs typeface="+mn-cs"/>
      </a:defRPr>
    </a:lvl6pPr>
    <a:lvl7pPr marL="2743200" algn="l" defTabSz="914400" rtl="0" eaLnBrk="1" latinLnBrk="0" hangingPunct="1">
      <a:defRPr kern="1200">
        <a:solidFill>
          <a:schemeClr val="tx1"/>
        </a:solidFill>
        <a:latin typeface="Century Gothic" panose="020B0502020202020204" pitchFamily="34" charset="0"/>
        <a:ea typeface="+mn-ea"/>
        <a:cs typeface="+mn-cs"/>
      </a:defRPr>
    </a:lvl7pPr>
    <a:lvl8pPr marL="3200400" algn="l" defTabSz="914400" rtl="0" eaLnBrk="1" latinLnBrk="0" hangingPunct="1">
      <a:defRPr kern="1200">
        <a:solidFill>
          <a:schemeClr val="tx1"/>
        </a:solidFill>
        <a:latin typeface="Century Gothic" panose="020B0502020202020204" pitchFamily="34" charset="0"/>
        <a:ea typeface="+mn-ea"/>
        <a:cs typeface="+mn-cs"/>
      </a:defRPr>
    </a:lvl8pPr>
    <a:lvl9pPr marL="3657600" algn="l" defTabSz="914400" rtl="0" eaLnBrk="1" latinLnBrk="0" hangingPunct="1">
      <a:defRPr kern="1200">
        <a:solidFill>
          <a:schemeClr val="tx1"/>
        </a:solidFill>
        <a:latin typeface="Century Gothic" panose="020B0502020202020204" pitchFamily="34" charset="0"/>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592E"/>
    <a:srgbClr val="F15A2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5049"/>
    <p:restoredTop sz="94677"/>
  </p:normalViewPr>
  <p:slideViewPr>
    <p:cSldViewPr snapToGrid="0">
      <p:cViewPr varScale="1">
        <p:scale>
          <a:sx n="78" d="100"/>
          <a:sy n="78" d="100"/>
        </p:scale>
        <p:origin x="1334"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viewProps" Target="viewProps.xml"/><Relationship Id="rId3" Type="http://schemas.openxmlformats.org/officeDocument/2006/relationships/slideMaster" Target="slideMasters/slideMaster3.xml"/><Relationship Id="rId7" Type="http://schemas.openxmlformats.org/officeDocument/2006/relationships/slide" Target="slides/slide4.xml"/><Relationship Id="rId12" Type="http://schemas.openxmlformats.org/officeDocument/2006/relationships/presProps" Target="pres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notesMaster" Target="notesMasters/notesMaster1.xml"/><Relationship Id="rId5" Type="http://schemas.openxmlformats.org/officeDocument/2006/relationships/slide" Target="slides/slide2.xml"/><Relationship Id="rId15" Type="http://schemas.openxmlformats.org/officeDocument/2006/relationships/tableStyles" Target="tableStyles.xml"/><Relationship Id="rId10" Type="http://schemas.openxmlformats.org/officeDocument/2006/relationships/slide" Target="slides/slide7.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theme" Target="theme/theme1.xml"/></Relationships>
</file>

<file path=ppt/diagrams/_rels/data7.xml.rels><?xml version="1.0" encoding="UTF-8" standalone="yes"?>
<Relationships xmlns="http://schemas.openxmlformats.org/package/2006/relationships"><Relationship Id="rId3" Type="http://schemas.openxmlformats.org/officeDocument/2006/relationships/image" Target="../media/image41.jpg"/><Relationship Id="rId2" Type="http://schemas.openxmlformats.org/officeDocument/2006/relationships/image" Target="../media/image40.jpg"/><Relationship Id="rId1" Type="http://schemas.openxmlformats.org/officeDocument/2006/relationships/image" Target="../media/image39.png"/><Relationship Id="rId4" Type="http://schemas.openxmlformats.org/officeDocument/2006/relationships/image" Target="../media/image42.jpg"/></Relationships>
</file>

<file path=ppt/diagrams/_rels/drawing7.xml.rels><?xml version="1.0" encoding="UTF-8" standalone="yes"?>
<Relationships xmlns="http://schemas.openxmlformats.org/package/2006/relationships"><Relationship Id="rId3" Type="http://schemas.openxmlformats.org/officeDocument/2006/relationships/image" Target="../media/image41.jpg"/><Relationship Id="rId2" Type="http://schemas.openxmlformats.org/officeDocument/2006/relationships/image" Target="../media/image40.jpg"/><Relationship Id="rId1" Type="http://schemas.openxmlformats.org/officeDocument/2006/relationships/image" Target="../media/image39.png"/><Relationship Id="rId4" Type="http://schemas.openxmlformats.org/officeDocument/2006/relationships/image" Target="../media/image42.jpg"/></Relationships>
</file>

<file path=ppt/diagrams/colors1.xml><?xml version="1.0" encoding="utf-8"?>
<dgm:colorsDef xmlns:dgm="http://schemas.openxmlformats.org/drawingml/2006/diagram" xmlns:a="http://schemas.openxmlformats.org/drawingml/2006/main" uniqueId="urn:microsoft.com/office/officeart/2005/8/colors/accent1_2#5">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5">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5">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5">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6">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6">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87CBE54-0FA7-48E9-9A33-CF0316C1250F}" type="doc">
      <dgm:prSet loTypeId="urn:microsoft.com/office/officeart/2026/layout/SmallDotsHorizontal#3" loCatId="timeline" qsTypeId="urn:microsoft.com/office/officeart/2005/8/quickstyle/simple1#5" qsCatId="simple" csTypeId="urn:microsoft.com/office/officeart/2005/8/colors/accent1_2#5" csCatId="accent1" phldr="1"/>
      <dgm:spPr/>
      <dgm:t>
        <a:bodyPr/>
        <a:lstStyle/>
        <a:p>
          <a:endParaRPr lang="en-IN"/>
        </a:p>
      </dgm:t>
    </dgm:pt>
    <dgm:pt modelId="{A43E42F3-6730-4477-B7B9-1840AC909772}">
      <dgm:prSet phldrT="Title" custT="1"/>
      <dgm:spPr/>
      <dgm:t>
        <a:bodyPr/>
        <a:lstStyle/>
        <a:p>
          <a:pPr>
            <a:defRPr b="1">
              <a:solidFill>
                <a:schemeClr val="accent1"/>
              </a:solidFill>
            </a:defRPr>
          </a:pPr>
          <a:r>
            <a:rPr lang="en-US" sz="1200" b="1" u="none" dirty="0">
              <a:solidFill>
                <a:srgbClr val="F15A2B"/>
              </a:solidFill>
              <a:latin typeface="Raleway" pitchFamily="34" charset="0"/>
              <a:ea typeface="Raleway" pitchFamily="34" charset="-122"/>
              <a:cs typeface="Raleway" pitchFamily="34" charset="-120"/>
            </a:rPr>
            <a:t>Onboarding</a:t>
          </a:r>
          <a:r>
            <a:rPr lang="en-US" sz="1200" b="1" u="sng" dirty="0">
              <a:solidFill>
                <a:srgbClr val="F15A2B"/>
              </a:solidFill>
              <a:latin typeface="Raleway" pitchFamily="34" charset="0"/>
              <a:ea typeface="Raleway" pitchFamily="34" charset="-122"/>
              <a:cs typeface="Raleway" pitchFamily="34" charset="-120"/>
            </a:rPr>
            <a:t> </a:t>
          </a:r>
          <a:endParaRPr lang="en-IN" sz="1200" u="sng" dirty="0">
            <a:solidFill>
              <a:srgbClr val="F15A2B"/>
            </a:solidFill>
          </a:endParaRPr>
        </a:p>
      </dgm:t>
    </dgm:pt>
    <dgm:pt modelId="{7F3A68AF-1776-4CE1-A541-F8BC1F2DE435}" type="parTrans" cxnId="{F999F1F5-19C3-4BAB-8B2F-A69917AC2935}">
      <dgm:prSet/>
      <dgm:spPr/>
      <dgm:t>
        <a:bodyPr/>
        <a:lstStyle/>
        <a:p>
          <a:endParaRPr lang="en-IN"/>
        </a:p>
      </dgm:t>
    </dgm:pt>
    <dgm:pt modelId="{4C4AAB46-AE98-4D80-BB5B-8BC6DCE0EF54}" type="sibTrans" cxnId="{F999F1F5-19C3-4BAB-8B2F-A69917AC2935}">
      <dgm:prSet/>
      <dgm:spPr/>
      <dgm:t>
        <a:bodyPr/>
        <a:lstStyle/>
        <a:p>
          <a:endParaRPr lang="en-IN"/>
        </a:p>
      </dgm:t>
    </dgm:pt>
    <dgm:pt modelId="{638EF9D1-5BB1-4C86-9FAA-30245A1D4AF6}">
      <dgm:prSet phldrT="Description" custT="1"/>
      <dgm:spPr/>
      <dgm:t>
        <a:bodyPr/>
        <a:lstStyle/>
        <a:p>
          <a:r>
            <a:rPr lang="en-IN" sz="1400" b="1" dirty="0">
              <a:solidFill>
                <a:schemeClr val="bg1"/>
              </a:solidFill>
              <a:latin typeface="Roboto" panose="02000000000000000000" pitchFamily="2" charset="0"/>
              <a:ea typeface="Roboto" panose="02000000000000000000" pitchFamily="2" charset="0"/>
              <a:cs typeface="Roboto" panose="02000000000000000000" pitchFamily="2" charset="0"/>
            </a:rPr>
            <a:t>Understood shop-floor operations &amp; study requirements</a:t>
          </a:r>
          <a:endParaRPr lang="en-US" sz="1400" b="1" dirty="0">
            <a:solidFill>
              <a:schemeClr val="bg1"/>
            </a:solidFill>
            <a:latin typeface="Roboto" panose="02000000000000000000" pitchFamily="2" charset="0"/>
            <a:ea typeface="Roboto" panose="02000000000000000000" pitchFamily="2" charset="0"/>
            <a:cs typeface="Roboto" panose="02000000000000000000" pitchFamily="2" charset="0"/>
          </a:endParaRPr>
        </a:p>
      </dgm:t>
    </dgm:pt>
    <dgm:pt modelId="{125660C6-DFF2-417F-B3C6-A0DB8959A2F6}" type="parTrans" cxnId="{EF2A0395-CE10-4479-8DC2-6B6F075B81EF}">
      <dgm:prSet/>
      <dgm:spPr/>
      <dgm:t>
        <a:bodyPr/>
        <a:lstStyle/>
        <a:p>
          <a:endParaRPr lang="en-IN"/>
        </a:p>
      </dgm:t>
    </dgm:pt>
    <dgm:pt modelId="{57BA465D-5907-49AB-8C89-B98D74B42710}" type="sibTrans" cxnId="{EF2A0395-CE10-4479-8DC2-6B6F075B81EF}">
      <dgm:prSet/>
      <dgm:spPr/>
      <dgm:t>
        <a:bodyPr/>
        <a:lstStyle/>
        <a:p>
          <a:endParaRPr lang="en-IN"/>
        </a:p>
      </dgm:t>
    </dgm:pt>
    <dgm:pt modelId="{3DB4D9BE-B970-43EC-BA9D-7CDBA7401593}">
      <dgm:prSet phldrT="Title" custT="1"/>
      <dgm:spPr/>
      <dgm:t>
        <a:bodyPr/>
        <a:lstStyle/>
        <a:p>
          <a:pPr>
            <a:defRPr b="1">
              <a:solidFill>
                <a:schemeClr val="accent1"/>
              </a:solidFill>
            </a:defRPr>
          </a:pPr>
          <a:r>
            <a:rPr lang="en-US" sz="1200" b="1" u="none" dirty="0">
              <a:solidFill>
                <a:srgbClr val="F15A2B"/>
              </a:solidFill>
              <a:latin typeface="Raleway" pitchFamily="34" charset="0"/>
              <a:ea typeface="Raleway" pitchFamily="34" charset="-122"/>
              <a:cs typeface="Raleway" pitchFamily="34" charset="-120"/>
            </a:rPr>
            <a:t>Key Parameters</a:t>
          </a:r>
          <a:endParaRPr lang="en-IN" sz="1200" u="none" dirty="0">
            <a:solidFill>
              <a:srgbClr val="F15A2B"/>
            </a:solidFill>
          </a:endParaRPr>
        </a:p>
      </dgm:t>
    </dgm:pt>
    <dgm:pt modelId="{BF0B0956-6220-48CD-87A0-BCDE63BB34EC}" type="parTrans" cxnId="{6DC400AC-67C0-4141-B0F0-6DB6C812AF70}">
      <dgm:prSet/>
      <dgm:spPr/>
      <dgm:t>
        <a:bodyPr/>
        <a:lstStyle/>
        <a:p>
          <a:endParaRPr lang="en-IN"/>
        </a:p>
      </dgm:t>
    </dgm:pt>
    <dgm:pt modelId="{CE99695A-8295-4358-834B-F2B9BB2932C6}" type="sibTrans" cxnId="{6DC400AC-67C0-4141-B0F0-6DB6C812AF70}">
      <dgm:prSet/>
      <dgm:spPr/>
      <dgm:t>
        <a:bodyPr/>
        <a:lstStyle/>
        <a:p>
          <a:endParaRPr lang="en-IN"/>
        </a:p>
      </dgm:t>
    </dgm:pt>
    <dgm:pt modelId="{F898A723-9D82-4DD2-949B-3CF81BF8ED78}">
      <dgm:prSet phldrT="Description" custT="1"/>
      <dgm:spPr/>
      <dgm:t>
        <a:bodyPr/>
        <a:lstStyle/>
        <a:p>
          <a:r>
            <a:rPr lang="en-IN" sz="1400" b="1" dirty="0">
              <a:solidFill>
                <a:schemeClr val="bg1"/>
              </a:solidFill>
              <a:latin typeface="Roboto" panose="02000000000000000000" pitchFamily="2" charset="0"/>
              <a:ea typeface="Roboto" panose="02000000000000000000" pitchFamily="2" charset="0"/>
              <a:cs typeface="Roboto" panose="02000000000000000000" pitchFamily="2" charset="0"/>
            </a:rPr>
            <a:t>Understood CT, Die Changeover &amp; OEE</a:t>
          </a:r>
          <a:br>
            <a:rPr lang="en-IN" sz="1400" b="1" dirty="0">
              <a:solidFill>
                <a:schemeClr val="bg1"/>
              </a:solidFill>
              <a:latin typeface="Roboto" panose="02000000000000000000" pitchFamily="2" charset="0"/>
              <a:ea typeface="Roboto" panose="02000000000000000000" pitchFamily="2" charset="0"/>
              <a:cs typeface="Roboto" panose="02000000000000000000" pitchFamily="2" charset="0"/>
            </a:rPr>
          </a:br>
          <a:endParaRPr lang="en-IN" sz="1400" b="1" dirty="0">
            <a:solidFill>
              <a:schemeClr val="bg1"/>
            </a:solidFill>
            <a:latin typeface="Roboto" panose="02000000000000000000" pitchFamily="2" charset="0"/>
            <a:ea typeface="Roboto" panose="02000000000000000000" pitchFamily="2" charset="0"/>
            <a:cs typeface="Roboto" panose="02000000000000000000" pitchFamily="2" charset="0"/>
          </a:endParaRPr>
        </a:p>
      </dgm:t>
    </dgm:pt>
    <dgm:pt modelId="{8DBACD7E-A6FB-4A15-BE13-EF603BB86B67}" type="parTrans" cxnId="{24588FA9-47E5-4363-B782-594F92B7DD33}">
      <dgm:prSet/>
      <dgm:spPr/>
      <dgm:t>
        <a:bodyPr/>
        <a:lstStyle/>
        <a:p>
          <a:endParaRPr lang="en-IN"/>
        </a:p>
      </dgm:t>
    </dgm:pt>
    <dgm:pt modelId="{FF48A036-08DC-4D2F-91A7-454DE95EF37D}" type="sibTrans" cxnId="{24588FA9-47E5-4363-B782-594F92B7DD33}">
      <dgm:prSet/>
      <dgm:spPr/>
      <dgm:t>
        <a:bodyPr/>
        <a:lstStyle/>
        <a:p>
          <a:endParaRPr lang="en-IN"/>
        </a:p>
      </dgm:t>
    </dgm:pt>
    <dgm:pt modelId="{867B599D-5A9B-4AD8-9CCF-6B7914FB833F}">
      <dgm:prSet phldrT="Title" custT="1"/>
      <dgm:spPr/>
      <dgm:t>
        <a:bodyPr/>
        <a:lstStyle/>
        <a:p>
          <a:pPr>
            <a:defRPr b="1">
              <a:solidFill>
                <a:schemeClr val="accent1"/>
              </a:solidFill>
            </a:defRPr>
          </a:pPr>
          <a:r>
            <a:rPr lang="en-US" sz="1200" b="1" u="none" dirty="0">
              <a:solidFill>
                <a:srgbClr val="F15A2B"/>
              </a:solidFill>
              <a:latin typeface="Raleway" pitchFamily="34" charset="0"/>
              <a:ea typeface="Raleway" pitchFamily="34" charset="-122"/>
              <a:cs typeface="Raleway" pitchFamily="34" charset="-120"/>
            </a:rPr>
            <a:t>Shop-floor Studies </a:t>
          </a:r>
        </a:p>
      </dgm:t>
    </dgm:pt>
    <dgm:pt modelId="{BFBCB1EE-CE10-4B7D-8EC5-1B31EEEBEF79}" type="parTrans" cxnId="{BE2750C1-3C2C-4A81-9BF1-911B988DB5E1}">
      <dgm:prSet/>
      <dgm:spPr/>
      <dgm:t>
        <a:bodyPr/>
        <a:lstStyle/>
        <a:p>
          <a:endParaRPr lang="en-IN"/>
        </a:p>
      </dgm:t>
    </dgm:pt>
    <dgm:pt modelId="{F0BCC88F-5D50-4C90-B917-AEF814AB93BF}" type="sibTrans" cxnId="{BE2750C1-3C2C-4A81-9BF1-911B988DB5E1}">
      <dgm:prSet/>
      <dgm:spPr/>
      <dgm:t>
        <a:bodyPr/>
        <a:lstStyle/>
        <a:p>
          <a:endParaRPr lang="en-IN"/>
        </a:p>
      </dgm:t>
    </dgm:pt>
    <dgm:pt modelId="{9CF7E0B2-33E4-4819-95EA-36EBD25E9DA5}">
      <dgm:prSet phldrT="Description" custT="1"/>
      <dgm:spPr/>
      <dgm:t>
        <a:bodyPr/>
        <a:lstStyle/>
        <a:p>
          <a:r>
            <a:rPr lang="en-IN" sz="1400" b="1" dirty="0">
              <a:solidFill>
                <a:schemeClr val="bg1"/>
              </a:solidFill>
              <a:latin typeface="Roboto" panose="02000000000000000000" pitchFamily="2" charset="0"/>
              <a:ea typeface="Roboto" panose="02000000000000000000" pitchFamily="2" charset="0"/>
              <a:cs typeface="Roboto" panose="02000000000000000000" pitchFamily="2" charset="0"/>
            </a:rPr>
            <a:t>Conducted CT &amp; Die Change studies and collected data</a:t>
          </a:r>
        </a:p>
      </dgm:t>
    </dgm:pt>
    <dgm:pt modelId="{9CFD6516-851C-4322-9CE1-E26D5731E64F}" type="parTrans" cxnId="{28A28ADA-4E50-4FB9-868A-5E55A0FB14D0}">
      <dgm:prSet/>
      <dgm:spPr/>
      <dgm:t>
        <a:bodyPr/>
        <a:lstStyle/>
        <a:p>
          <a:endParaRPr lang="en-IN"/>
        </a:p>
      </dgm:t>
    </dgm:pt>
    <dgm:pt modelId="{68AAC71D-1A9C-4124-8D5C-B0B0A5F10391}" type="sibTrans" cxnId="{28A28ADA-4E50-4FB9-868A-5E55A0FB14D0}">
      <dgm:prSet/>
      <dgm:spPr/>
      <dgm:t>
        <a:bodyPr/>
        <a:lstStyle/>
        <a:p>
          <a:endParaRPr lang="en-IN"/>
        </a:p>
      </dgm:t>
    </dgm:pt>
    <dgm:pt modelId="{1E59CF09-CC8F-4581-B07A-5FDF93A878C2}">
      <dgm:prSet phldrT="Title" custT="1"/>
      <dgm:spPr/>
      <dgm:t>
        <a:bodyPr/>
        <a:lstStyle/>
        <a:p>
          <a:pPr>
            <a:defRPr b="1">
              <a:solidFill>
                <a:schemeClr val="accent1"/>
              </a:solidFill>
            </a:defRPr>
          </a:pPr>
          <a:r>
            <a:rPr lang="en-US" sz="1200" b="1" u="none" dirty="0">
              <a:solidFill>
                <a:srgbClr val="F15A2B"/>
              </a:solidFill>
              <a:latin typeface="Raleway" pitchFamily="34" charset="0"/>
              <a:ea typeface="Raleway" pitchFamily="34" charset="-122"/>
              <a:cs typeface="Raleway" pitchFamily="34" charset="-120"/>
            </a:rPr>
            <a:t>Improvement Identification</a:t>
          </a:r>
          <a:endParaRPr lang="en-IN" sz="1200" u="none" dirty="0">
            <a:solidFill>
              <a:srgbClr val="F15A2B"/>
            </a:solidFill>
          </a:endParaRPr>
        </a:p>
      </dgm:t>
    </dgm:pt>
    <dgm:pt modelId="{E1E9EE97-4BFE-488C-AA5E-942ED7712D34}" type="parTrans" cxnId="{985B14D3-95FB-4CBF-8336-76818BF8D56B}">
      <dgm:prSet/>
      <dgm:spPr/>
      <dgm:t>
        <a:bodyPr/>
        <a:lstStyle/>
        <a:p>
          <a:endParaRPr lang="en-IN"/>
        </a:p>
      </dgm:t>
    </dgm:pt>
    <dgm:pt modelId="{7A3CC4BF-8FB1-41AC-A9E5-3C5A4649DB7C}" type="sibTrans" cxnId="{985B14D3-95FB-4CBF-8336-76818BF8D56B}">
      <dgm:prSet/>
      <dgm:spPr/>
      <dgm:t>
        <a:bodyPr/>
        <a:lstStyle/>
        <a:p>
          <a:endParaRPr lang="en-IN"/>
        </a:p>
      </dgm:t>
    </dgm:pt>
    <dgm:pt modelId="{0F1E18C6-41A3-4138-92F8-821950C93D2A}">
      <dgm:prSet phldrT="Description" custT="1"/>
      <dgm:spPr/>
      <dgm:t>
        <a:bodyPr/>
        <a:lstStyle/>
        <a:p>
          <a:r>
            <a:rPr lang="en-IN" sz="1400" b="1" dirty="0">
              <a:solidFill>
                <a:schemeClr val="bg1"/>
              </a:solidFill>
              <a:latin typeface="Roboto" panose="02000000000000000000" pitchFamily="2" charset="0"/>
              <a:ea typeface="Roboto" panose="02000000000000000000" pitchFamily="2" charset="0"/>
              <a:cs typeface="Roboto" panose="02000000000000000000" pitchFamily="2" charset="0"/>
            </a:rPr>
            <a:t>Identified delays, losses &amp; productivity opportunities</a:t>
          </a:r>
        </a:p>
      </dgm:t>
    </dgm:pt>
    <dgm:pt modelId="{7EC5D2F7-6E08-431B-A213-30D24073DC74}" type="parTrans" cxnId="{ABDAA58C-6F2F-42A2-AE00-D607DC65EBC0}">
      <dgm:prSet/>
      <dgm:spPr/>
      <dgm:t>
        <a:bodyPr/>
        <a:lstStyle/>
        <a:p>
          <a:endParaRPr lang="en-IN"/>
        </a:p>
      </dgm:t>
    </dgm:pt>
    <dgm:pt modelId="{1848447C-EDC9-487E-8E69-6AC068E11F4E}" type="sibTrans" cxnId="{ABDAA58C-6F2F-42A2-AE00-D607DC65EBC0}">
      <dgm:prSet/>
      <dgm:spPr/>
      <dgm:t>
        <a:bodyPr/>
        <a:lstStyle/>
        <a:p>
          <a:endParaRPr lang="en-IN"/>
        </a:p>
      </dgm:t>
    </dgm:pt>
    <dgm:pt modelId="{19377573-A957-473B-B3E6-F723E8495EEE}" type="pres">
      <dgm:prSet presAssocID="{087CBE54-0FA7-48E9-9A33-CF0316C1250F}" presName="root" presStyleCnt="0">
        <dgm:presLayoutVars>
          <dgm:dir/>
          <dgm:resizeHandles val="exact"/>
        </dgm:presLayoutVars>
      </dgm:prSet>
      <dgm:spPr/>
    </dgm:pt>
    <dgm:pt modelId="{60E83D5F-C08C-43B4-BC76-2C9C30C2E948}" type="pres">
      <dgm:prSet presAssocID="{087CBE54-0FA7-48E9-9A33-CF0316C1250F}" presName="connLine" presStyleLbl="dkBgShp" presStyleIdx="0" presStyleCnt="1"/>
      <dgm:spPr>
        <a:solidFill>
          <a:schemeClr val="bg1"/>
        </a:solidFill>
        <a:ln>
          <a:solidFill>
            <a:schemeClr val="bg1"/>
          </a:solidFill>
        </a:ln>
        <a:effectLst/>
      </dgm:spPr>
    </dgm:pt>
    <dgm:pt modelId="{307CF421-CB2B-4B60-91EE-0EEDFD9D2A24}" type="pres">
      <dgm:prSet presAssocID="{087CBE54-0FA7-48E9-9A33-CF0316C1250F}" presName="itemsFlow" presStyleCnt="0"/>
      <dgm:spPr/>
    </dgm:pt>
    <dgm:pt modelId="{C8BCEE3E-FB38-42AB-A256-03A387796F48}" type="pres">
      <dgm:prSet presAssocID="{A43E42F3-6730-4477-B7B9-1840AC909772}" presName="item" presStyleCnt="0"/>
      <dgm:spPr/>
    </dgm:pt>
    <dgm:pt modelId="{B9D4521B-3F47-4ED3-BDBF-62F69CFB6499}" type="pres">
      <dgm:prSet presAssocID="{A43E42F3-6730-4477-B7B9-1840AC909772}" presName="anchor" presStyleCnt="0"/>
      <dgm:spPr/>
    </dgm:pt>
    <dgm:pt modelId="{8164866B-6473-4995-B21B-4926D1C2D9D7}" type="pres">
      <dgm:prSet presAssocID="{A43E42F3-6730-4477-B7B9-1840AC909772}" presName="titleText" presStyleLbl="revTx" presStyleIdx="0" presStyleCnt="0">
        <dgm:presLayoutVars>
          <dgm:chMax val="0"/>
          <dgm:chPref val="0"/>
        </dgm:presLayoutVars>
      </dgm:prSet>
      <dgm:spPr/>
    </dgm:pt>
    <dgm:pt modelId="{EA2DEF03-E38E-4E32-A99E-3A48AAB47E53}" type="pres">
      <dgm:prSet presAssocID="{A43E42F3-6730-4477-B7B9-1840AC909772}" presName="dot" presStyleLbl="node1" presStyleIdx="0" presStyleCnt="4"/>
      <dgm:spPr>
        <a:solidFill>
          <a:srgbClr val="F15A2B"/>
        </a:solidFill>
        <a:ln>
          <a:solidFill>
            <a:srgbClr val="F15A2B"/>
          </a:solidFill>
        </a:ln>
      </dgm:spPr>
    </dgm:pt>
    <dgm:pt modelId="{52E1B4E8-F8EF-4251-8DA9-A32619247B58}" type="pres">
      <dgm:prSet presAssocID="{A43E42F3-6730-4477-B7B9-1840AC909772}" presName="descText" presStyleLbl="revTx" presStyleIdx="0" presStyleCnt="0">
        <dgm:presLayoutVars>
          <dgm:chMax val="0"/>
          <dgm:chPref val="0"/>
        </dgm:presLayoutVars>
      </dgm:prSet>
      <dgm:spPr/>
    </dgm:pt>
    <dgm:pt modelId="{B6DB484F-2042-4E1D-BCD1-FDC2E5861AFC}" type="pres">
      <dgm:prSet presAssocID="{4C4AAB46-AE98-4D80-BB5B-8BC6DCE0EF54}" presName="spacer" presStyleCnt="0"/>
      <dgm:spPr/>
    </dgm:pt>
    <dgm:pt modelId="{7E7C61AE-B809-47E8-B8A3-CD182B0781BA}" type="pres">
      <dgm:prSet presAssocID="{3DB4D9BE-B970-43EC-BA9D-7CDBA7401593}" presName="item" presStyleCnt="0"/>
      <dgm:spPr/>
    </dgm:pt>
    <dgm:pt modelId="{0C4C43A5-5108-449A-846C-23646240F35F}" type="pres">
      <dgm:prSet presAssocID="{3DB4D9BE-B970-43EC-BA9D-7CDBA7401593}" presName="anchor" presStyleCnt="0"/>
      <dgm:spPr/>
    </dgm:pt>
    <dgm:pt modelId="{00E37AF5-1BC7-46E4-8CA9-443AD956FF98}" type="pres">
      <dgm:prSet presAssocID="{3DB4D9BE-B970-43EC-BA9D-7CDBA7401593}" presName="titleText" presStyleLbl="revTx" presStyleIdx="0" presStyleCnt="0">
        <dgm:presLayoutVars>
          <dgm:chMax val="0"/>
          <dgm:chPref val="0"/>
        </dgm:presLayoutVars>
      </dgm:prSet>
      <dgm:spPr/>
    </dgm:pt>
    <dgm:pt modelId="{2923EFF9-E1F5-4FBD-B505-CB0FEFDEFFD9}" type="pres">
      <dgm:prSet presAssocID="{3DB4D9BE-B970-43EC-BA9D-7CDBA7401593}" presName="dot" presStyleLbl="node1" presStyleIdx="1" presStyleCnt="4"/>
      <dgm:spPr>
        <a:solidFill>
          <a:srgbClr val="F15A2B"/>
        </a:solidFill>
        <a:ln>
          <a:solidFill>
            <a:srgbClr val="F15A2B"/>
          </a:solidFill>
        </a:ln>
      </dgm:spPr>
    </dgm:pt>
    <dgm:pt modelId="{01914B0D-531B-4378-9EA7-6B383B56B689}" type="pres">
      <dgm:prSet presAssocID="{3DB4D9BE-B970-43EC-BA9D-7CDBA7401593}" presName="descText" presStyleLbl="revTx" presStyleIdx="0" presStyleCnt="0">
        <dgm:presLayoutVars>
          <dgm:chMax val="0"/>
          <dgm:chPref val="0"/>
        </dgm:presLayoutVars>
      </dgm:prSet>
      <dgm:spPr/>
    </dgm:pt>
    <dgm:pt modelId="{816D25E9-6DDF-4A5E-AFA3-871845C2EEBE}" type="pres">
      <dgm:prSet presAssocID="{CE99695A-8295-4358-834B-F2B9BB2932C6}" presName="spacer" presStyleCnt="0"/>
      <dgm:spPr/>
    </dgm:pt>
    <dgm:pt modelId="{E3B1A941-5FB4-431B-8A49-AE9449DB4562}" type="pres">
      <dgm:prSet presAssocID="{867B599D-5A9B-4AD8-9CCF-6B7914FB833F}" presName="item" presStyleCnt="0"/>
      <dgm:spPr/>
    </dgm:pt>
    <dgm:pt modelId="{414AEB7C-57FA-4BE7-AD4D-06E46D877949}" type="pres">
      <dgm:prSet presAssocID="{867B599D-5A9B-4AD8-9CCF-6B7914FB833F}" presName="anchor" presStyleCnt="0"/>
      <dgm:spPr/>
    </dgm:pt>
    <dgm:pt modelId="{B62747D4-B964-45F3-9092-3114202CF210}" type="pres">
      <dgm:prSet presAssocID="{867B599D-5A9B-4AD8-9CCF-6B7914FB833F}" presName="titleText" presStyleLbl="revTx" presStyleIdx="0" presStyleCnt="0">
        <dgm:presLayoutVars>
          <dgm:chMax val="0"/>
          <dgm:chPref val="0"/>
        </dgm:presLayoutVars>
      </dgm:prSet>
      <dgm:spPr/>
    </dgm:pt>
    <dgm:pt modelId="{8A85570B-F346-45D4-8BBA-712C0F346DB6}" type="pres">
      <dgm:prSet presAssocID="{867B599D-5A9B-4AD8-9CCF-6B7914FB833F}" presName="dot" presStyleLbl="node1" presStyleIdx="2" presStyleCnt="4"/>
      <dgm:spPr>
        <a:solidFill>
          <a:srgbClr val="F15A2B"/>
        </a:solidFill>
        <a:ln>
          <a:solidFill>
            <a:srgbClr val="F15A2B"/>
          </a:solidFill>
        </a:ln>
      </dgm:spPr>
    </dgm:pt>
    <dgm:pt modelId="{5C64D4D4-76BD-47DD-A505-4BC10B6CF2AF}" type="pres">
      <dgm:prSet presAssocID="{867B599D-5A9B-4AD8-9CCF-6B7914FB833F}" presName="descText" presStyleLbl="revTx" presStyleIdx="0" presStyleCnt="0">
        <dgm:presLayoutVars>
          <dgm:chMax val="0"/>
          <dgm:chPref val="0"/>
        </dgm:presLayoutVars>
      </dgm:prSet>
      <dgm:spPr/>
    </dgm:pt>
    <dgm:pt modelId="{BBB0615D-E822-4E03-974E-4E9E499C995F}" type="pres">
      <dgm:prSet presAssocID="{F0BCC88F-5D50-4C90-B917-AEF814AB93BF}" presName="spacer" presStyleCnt="0"/>
      <dgm:spPr/>
    </dgm:pt>
    <dgm:pt modelId="{BB6014F4-387A-48A0-8546-2B6998E58E43}" type="pres">
      <dgm:prSet presAssocID="{1E59CF09-CC8F-4581-B07A-5FDF93A878C2}" presName="item" presStyleCnt="0"/>
      <dgm:spPr/>
    </dgm:pt>
    <dgm:pt modelId="{C9818645-2D7B-47D0-9CD3-A439845BA574}" type="pres">
      <dgm:prSet presAssocID="{1E59CF09-CC8F-4581-B07A-5FDF93A878C2}" presName="anchor" presStyleCnt="0"/>
      <dgm:spPr/>
    </dgm:pt>
    <dgm:pt modelId="{60A3B6D5-0F02-4A25-82BA-9649CE8A28A4}" type="pres">
      <dgm:prSet presAssocID="{1E59CF09-CC8F-4581-B07A-5FDF93A878C2}" presName="titleText" presStyleLbl="revTx" presStyleIdx="0" presStyleCnt="0">
        <dgm:presLayoutVars>
          <dgm:chMax val="0"/>
          <dgm:chPref val="0"/>
        </dgm:presLayoutVars>
      </dgm:prSet>
      <dgm:spPr/>
    </dgm:pt>
    <dgm:pt modelId="{F11FF043-ABD3-4B27-BEED-61AE0FB25240}" type="pres">
      <dgm:prSet presAssocID="{1E59CF09-CC8F-4581-B07A-5FDF93A878C2}" presName="dot" presStyleLbl="node1" presStyleIdx="3" presStyleCnt="4"/>
      <dgm:spPr>
        <a:solidFill>
          <a:srgbClr val="F15A2B"/>
        </a:solidFill>
        <a:ln>
          <a:solidFill>
            <a:srgbClr val="F15A2B"/>
          </a:solidFill>
        </a:ln>
      </dgm:spPr>
    </dgm:pt>
    <dgm:pt modelId="{12337C28-AC3C-46E3-99CD-9150171B958D}" type="pres">
      <dgm:prSet presAssocID="{1E59CF09-CC8F-4581-B07A-5FDF93A878C2}" presName="descText" presStyleLbl="revTx" presStyleIdx="0" presStyleCnt="0">
        <dgm:presLayoutVars>
          <dgm:chMax val="0"/>
          <dgm:chPref val="0"/>
        </dgm:presLayoutVars>
      </dgm:prSet>
      <dgm:spPr/>
    </dgm:pt>
  </dgm:ptLst>
  <dgm:cxnLst>
    <dgm:cxn modelId="{3B2E1808-091D-44C1-8EFE-8B53223701E3}" type="presOf" srcId="{3DB4D9BE-B970-43EC-BA9D-7CDBA7401593}" destId="{00E37AF5-1BC7-46E4-8CA9-443AD956FF98}" srcOrd="0" destOrd="0" presId="urn:microsoft.com/office/officeart/2026/layout/SmallDotsHorizontal#3"/>
    <dgm:cxn modelId="{37DAE069-0C7E-4ED8-8B45-BA8B44C47584}" type="presOf" srcId="{9CF7E0B2-33E4-4819-95EA-36EBD25E9DA5}" destId="{5C64D4D4-76BD-47DD-A505-4BC10B6CF2AF}" srcOrd="0" destOrd="0" presId="urn:microsoft.com/office/officeart/2026/layout/SmallDotsHorizontal#3"/>
    <dgm:cxn modelId="{B1DE4056-25CB-46A3-BB22-265B848662D3}" type="presOf" srcId="{087CBE54-0FA7-48E9-9A33-CF0316C1250F}" destId="{19377573-A957-473B-B3E6-F723E8495EEE}" srcOrd="0" destOrd="0" presId="urn:microsoft.com/office/officeart/2026/layout/SmallDotsHorizontal#3"/>
    <dgm:cxn modelId="{08EE8D7D-DAF6-4FCB-B984-F2EB46E48B7B}" type="presOf" srcId="{F898A723-9D82-4DD2-949B-3CF81BF8ED78}" destId="{01914B0D-531B-4378-9EA7-6B383B56B689}" srcOrd="0" destOrd="0" presId="urn:microsoft.com/office/officeart/2026/layout/SmallDotsHorizontal#3"/>
    <dgm:cxn modelId="{ABDAA58C-6F2F-42A2-AE00-D607DC65EBC0}" srcId="{1E59CF09-CC8F-4581-B07A-5FDF93A878C2}" destId="{0F1E18C6-41A3-4138-92F8-821950C93D2A}" srcOrd="0" destOrd="0" parTransId="{7EC5D2F7-6E08-431B-A213-30D24073DC74}" sibTransId="{1848447C-EDC9-487E-8E69-6AC068E11F4E}"/>
    <dgm:cxn modelId="{F723A792-7F6A-4ADF-90C2-526AB0B9099B}" type="presOf" srcId="{A43E42F3-6730-4477-B7B9-1840AC909772}" destId="{8164866B-6473-4995-B21B-4926D1C2D9D7}" srcOrd="0" destOrd="0" presId="urn:microsoft.com/office/officeart/2026/layout/SmallDotsHorizontal#3"/>
    <dgm:cxn modelId="{EF2A0395-CE10-4479-8DC2-6B6F075B81EF}" srcId="{A43E42F3-6730-4477-B7B9-1840AC909772}" destId="{638EF9D1-5BB1-4C86-9FAA-30245A1D4AF6}" srcOrd="0" destOrd="0" parTransId="{125660C6-DFF2-417F-B3C6-A0DB8959A2F6}" sibTransId="{57BA465D-5907-49AB-8C89-B98D74B42710}"/>
    <dgm:cxn modelId="{24588FA9-47E5-4363-B782-594F92B7DD33}" srcId="{3DB4D9BE-B970-43EC-BA9D-7CDBA7401593}" destId="{F898A723-9D82-4DD2-949B-3CF81BF8ED78}" srcOrd="0" destOrd="0" parTransId="{8DBACD7E-A6FB-4A15-BE13-EF603BB86B67}" sibTransId="{FF48A036-08DC-4D2F-91A7-454DE95EF37D}"/>
    <dgm:cxn modelId="{6DC400AC-67C0-4141-B0F0-6DB6C812AF70}" srcId="{087CBE54-0FA7-48E9-9A33-CF0316C1250F}" destId="{3DB4D9BE-B970-43EC-BA9D-7CDBA7401593}" srcOrd="1" destOrd="0" parTransId="{BF0B0956-6220-48CD-87A0-BCDE63BB34EC}" sibTransId="{CE99695A-8295-4358-834B-F2B9BB2932C6}"/>
    <dgm:cxn modelId="{AA17C1B4-E553-4F3C-8C42-D4D1DA1BD466}" type="presOf" srcId="{1E59CF09-CC8F-4581-B07A-5FDF93A878C2}" destId="{60A3B6D5-0F02-4A25-82BA-9649CE8A28A4}" srcOrd="0" destOrd="0" presId="urn:microsoft.com/office/officeart/2026/layout/SmallDotsHorizontal#3"/>
    <dgm:cxn modelId="{BE2750C1-3C2C-4A81-9BF1-911B988DB5E1}" srcId="{087CBE54-0FA7-48E9-9A33-CF0316C1250F}" destId="{867B599D-5A9B-4AD8-9CCF-6B7914FB833F}" srcOrd="2" destOrd="0" parTransId="{BFBCB1EE-CE10-4B7D-8EC5-1B31EEEBEF79}" sibTransId="{F0BCC88F-5D50-4C90-B917-AEF814AB93BF}"/>
    <dgm:cxn modelId="{92957FC8-5582-40CA-B46D-87FC6823C6DC}" type="presOf" srcId="{0F1E18C6-41A3-4138-92F8-821950C93D2A}" destId="{12337C28-AC3C-46E3-99CD-9150171B958D}" srcOrd="0" destOrd="0" presId="urn:microsoft.com/office/officeart/2026/layout/SmallDotsHorizontal#3"/>
    <dgm:cxn modelId="{985B14D3-95FB-4CBF-8336-76818BF8D56B}" srcId="{087CBE54-0FA7-48E9-9A33-CF0316C1250F}" destId="{1E59CF09-CC8F-4581-B07A-5FDF93A878C2}" srcOrd="3" destOrd="0" parTransId="{E1E9EE97-4BFE-488C-AA5E-942ED7712D34}" sibTransId="{7A3CC4BF-8FB1-41AC-A9E5-3C5A4649DB7C}"/>
    <dgm:cxn modelId="{28A28ADA-4E50-4FB9-868A-5E55A0FB14D0}" srcId="{867B599D-5A9B-4AD8-9CCF-6B7914FB833F}" destId="{9CF7E0B2-33E4-4819-95EA-36EBD25E9DA5}" srcOrd="0" destOrd="0" parTransId="{9CFD6516-851C-4322-9CE1-E26D5731E64F}" sibTransId="{68AAC71D-1A9C-4124-8D5C-B0B0A5F10391}"/>
    <dgm:cxn modelId="{989E79ED-789D-4B18-973C-7FDB450E0495}" type="presOf" srcId="{638EF9D1-5BB1-4C86-9FAA-30245A1D4AF6}" destId="{52E1B4E8-F8EF-4251-8DA9-A32619247B58}" srcOrd="0" destOrd="0" presId="urn:microsoft.com/office/officeart/2026/layout/SmallDotsHorizontal#3"/>
    <dgm:cxn modelId="{331751F0-359F-49F9-B0CD-423FE26575BD}" type="presOf" srcId="{867B599D-5A9B-4AD8-9CCF-6B7914FB833F}" destId="{B62747D4-B964-45F3-9092-3114202CF210}" srcOrd="0" destOrd="0" presId="urn:microsoft.com/office/officeart/2026/layout/SmallDotsHorizontal#3"/>
    <dgm:cxn modelId="{F999F1F5-19C3-4BAB-8B2F-A69917AC2935}" srcId="{087CBE54-0FA7-48E9-9A33-CF0316C1250F}" destId="{A43E42F3-6730-4477-B7B9-1840AC909772}" srcOrd="0" destOrd="0" parTransId="{7F3A68AF-1776-4CE1-A541-F8BC1F2DE435}" sibTransId="{4C4AAB46-AE98-4D80-BB5B-8BC6DCE0EF54}"/>
    <dgm:cxn modelId="{BC8374C6-AC07-409F-AC79-978E74C18910}" type="presParOf" srcId="{19377573-A957-473B-B3E6-F723E8495EEE}" destId="{60E83D5F-C08C-43B4-BC76-2C9C30C2E948}" srcOrd="0" destOrd="0" presId="urn:microsoft.com/office/officeart/2026/layout/SmallDotsHorizontal#3"/>
    <dgm:cxn modelId="{E4EEE608-CEEE-4A72-9F57-F3AFA6EE78D3}" type="presParOf" srcId="{19377573-A957-473B-B3E6-F723E8495EEE}" destId="{307CF421-CB2B-4B60-91EE-0EEDFD9D2A24}" srcOrd="1" destOrd="0" presId="urn:microsoft.com/office/officeart/2026/layout/SmallDotsHorizontal#3"/>
    <dgm:cxn modelId="{CAEC9AC3-54AB-4C8D-A96F-1513F32ED6E3}" type="presParOf" srcId="{307CF421-CB2B-4B60-91EE-0EEDFD9D2A24}" destId="{C8BCEE3E-FB38-42AB-A256-03A387796F48}" srcOrd="0" destOrd="0" presId="urn:microsoft.com/office/officeart/2026/layout/SmallDotsHorizontal#3"/>
    <dgm:cxn modelId="{986696DB-B412-445E-9689-9BC75C6899BB}" type="presParOf" srcId="{C8BCEE3E-FB38-42AB-A256-03A387796F48}" destId="{B9D4521B-3F47-4ED3-BDBF-62F69CFB6499}" srcOrd="0" destOrd="0" presId="urn:microsoft.com/office/officeart/2026/layout/SmallDotsHorizontal#3"/>
    <dgm:cxn modelId="{AEF8AC37-EE6D-4FEE-8C76-CAAD58660633}" type="presParOf" srcId="{C8BCEE3E-FB38-42AB-A256-03A387796F48}" destId="{8164866B-6473-4995-B21B-4926D1C2D9D7}" srcOrd="1" destOrd="0" presId="urn:microsoft.com/office/officeart/2026/layout/SmallDotsHorizontal#3"/>
    <dgm:cxn modelId="{278B68FB-B7CC-44FB-BBCA-26BF682841EE}" type="presParOf" srcId="{C8BCEE3E-FB38-42AB-A256-03A387796F48}" destId="{EA2DEF03-E38E-4E32-A99E-3A48AAB47E53}" srcOrd="2" destOrd="0" presId="urn:microsoft.com/office/officeart/2026/layout/SmallDotsHorizontal#3"/>
    <dgm:cxn modelId="{C97395AF-7FA8-43ED-8841-A3F378A11F1D}" type="presParOf" srcId="{C8BCEE3E-FB38-42AB-A256-03A387796F48}" destId="{52E1B4E8-F8EF-4251-8DA9-A32619247B58}" srcOrd="3" destOrd="0" presId="urn:microsoft.com/office/officeart/2026/layout/SmallDotsHorizontal#3"/>
    <dgm:cxn modelId="{9C6C3950-0772-40CC-A38C-5609026EE5FE}" type="presParOf" srcId="{307CF421-CB2B-4B60-91EE-0EEDFD9D2A24}" destId="{B6DB484F-2042-4E1D-BCD1-FDC2E5861AFC}" srcOrd="1" destOrd="0" presId="urn:microsoft.com/office/officeart/2026/layout/SmallDotsHorizontal#3"/>
    <dgm:cxn modelId="{04280CB8-0DA9-49D5-ACE8-33CBE3C64B13}" type="presParOf" srcId="{307CF421-CB2B-4B60-91EE-0EEDFD9D2A24}" destId="{7E7C61AE-B809-47E8-B8A3-CD182B0781BA}" srcOrd="2" destOrd="0" presId="urn:microsoft.com/office/officeart/2026/layout/SmallDotsHorizontal#3"/>
    <dgm:cxn modelId="{5CBDA512-8C17-493E-B6E4-EDFF376151BC}" type="presParOf" srcId="{7E7C61AE-B809-47E8-B8A3-CD182B0781BA}" destId="{0C4C43A5-5108-449A-846C-23646240F35F}" srcOrd="0" destOrd="0" presId="urn:microsoft.com/office/officeart/2026/layout/SmallDotsHorizontal#3"/>
    <dgm:cxn modelId="{FAF19E21-7585-4C42-918D-5887DA5C0F89}" type="presParOf" srcId="{7E7C61AE-B809-47E8-B8A3-CD182B0781BA}" destId="{00E37AF5-1BC7-46E4-8CA9-443AD956FF98}" srcOrd="1" destOrd="0" presId="urn:microsoft.com/office/officeart/2026/layout/SmallDotsHorizontal#3"/>
    <dgm:cxn modelId="{B43B295C-5394-48BB-9BB9-26B275A05C90}" type="presParOf" srcId="{7E7C61AE-B809-47E8-B8A3-CD182B0781BA}" destId="{2923EFF9-E1F5-4FBD-B505-CB0FEFDEFFD9}" srcOrd="2" destOrd="0" presId="urn:microsoft.com/office/officeart/2026/layout/SmallDotsHorizontal#3"/>
    <dgm:cxn modelId="{08E10035-9FEC-49FF-BB2D-99D1911FB874}" type="presParOf" srcId="{7E7C61AE-B809-47E8-B8A3-CD182B0781BA}" destId="{01914B0D-531B-4378-9EA7-6B383B56B689}" srcOrd="3" destOrd="0" presId="urn:microsoft.com/office/officeart/2026/layout/SmallDotsHorizontal#3"/>
    <dgm:cxn modelId="{40AC3E51-C865-4145-8547-91A994DB97FC}" type="presParOf" srcId="{307CF421-CB2B-4B60-91EE-0EEDFD9D2A24}" destId="{816D25E9-6DDF-4A5E-AFA3-871845C2EEBE}" srcOrd="3" destOrd="0" presId="urn:microsoft.com/office/officeart/2026/layout/SmallDotsHorizontal#3"/>
    <dgm:cxn modelId="{E1B93350-860D-48A9-9460-C6317B0E35F8}" type="presParOf" srcId="{307CF421-CB2B-4B60-91EE-0EEDFD9D2A24}" destId="{E3B1A941-5FB4-431B-8A49-AE9449DB4562}" srcOrd="4" destOrd="0" presId="urn:microsoft.com/office/officeart/2026/layout/SmallDotsHorizontal#3"/>
    <dgm:cxn modelId="{5A05D526-0192-42E1-BA50-44B25BCE2685}" type="presParOf" srcId="{E3B1A941-5FB4-431B-8A49-AE9449DB4562}" destId="{414AEB7C-57FA-4BE7-AD4D-06E46D877949}" srcOrd="0" destOrd="0" presId="urn:microsoft.com/office/officeart/2026/layout/SmallDotsHorizontal#3"/>
    <dgm:cxn modelId="{85ACCB73-B97B-4C81-AC5B-A04FF5B20C9D}" type="presParOf" srcId="{E3B1A941-5FB4-431B-8A49-AE9449DB4562}" destId="{B62747D4-B964-45F3-9092-3114202CF210}" srcOrd="1" destOrd="0" presId="urn:microsoft.com/office/officeart/2026/layout/SmallDotsHorizontal#3"/>
    <dgm:cxn modelId="{3AEE0A7D-65C2-4438-A55D-18DA5D43C6C0}" type="presParOf" srcId="{E3B1A941-5FB4-431B-8A49-AE9449DB4562}" destId="{8A85570B-F346-45D4-8BBA-712C0F346DB6}" srcOrd="2" destOrd="0" presId="urn:microsoft.com/office/officeart/2026/layout/SmallDotsHorizontal#3"/>
    <dgm:cxn modelId="{92035EC1-0CCC-473D-A470-9BC0A98A2CE3}" type="presParOf" srcId="{E3B1A941-5FB4-431B-8A49-AE9449DB4562}" destId="{5C64D4D4-76BD-47DD-A505-4BC10B6CF2AF}" srcOrd="3" destOrd="0" presId="urn:microsoft.com/office/officeart/2026/layout/SmallDotsHorizontal#3"/>
    <dgm:cxn modelId="{4DFB101C-1D83-4162-BBA6-B7BAA6BB87F1}" type="presParOf" srcId="{307CF421-CB2B-4B60-91EE-0EEDFD9D2A24}" destId="{BBB0615D-E822-4E03-974E-4E9E499C995F}" srcOrd="5" destOrd="0" presId="urn:microsoft.com/office/officeart/2026/layout/SmallDotsHorizontal#3"/>
    <dgm:cxn modelId="{93BEF040-C6D2-448E-84CD-D796776F3322}" type="presParOf" srcId="{307CF421-CB2B-4B60-91EE-0EEDFD9D2A24}" destId="{BB6014F4-387A-48A0-8546-2B6998E58E43}" srcOrd="6" destOrd="0" presId="urn:microsoft.com/office/officeart/2026/layout/SmallDotsHorizontal#3"/>
    <dgm:cxn modelId="{C3DA1221-BC27-4CF8-9F91-57D61F442582}" type="presParOf" srcId="{BB6014F4-387A-48A0-8546-2B6998E58E43}" destId="{C9818645-2D7B-47D0-9CD3-A439845BA574}" srcOrd="0" destOrd="0" presId="urn:microsoft.com/office/officeart/2026/layout/SmallDotsHorizontal#3"/>
    <dgm:cxn modelId="{09DC4756-65F8-45BD-87F0-72558178AEB9}" type="presParOf" srcId="{BB6014F4-387A-48A0-8546-2B6998E58E43}" destId="{60A3B6D5-0F02-4A25-82BA-9649CE8A28A4}" srcOrd="1" destOrd="0" presId="urn:microsoft.com/office/officeart/2026/layout/SmallDotsHorizontal#3"/>
    <dgm:cxn modelId="{E24304FC-2034-4B22-9104-59930FC9B392}" type="presParOf" srcId="{BB6014F4-387A-48A0-8546-2B6998E58E43}" destId="{F11FF043-ABD3-4B27-BEED-61AE0FB25240}" srcOrd="2" destOrd="0" presId="urn:microsoft.com/office/officeart/2026/layout/SmallDotsHorizontal#3"/>
    <dgm:cxn modelId="{9555DA0E-CA47-4402-B1B8-5AEFB27C19A2}" type="presParOf" srcId="{BB6014F4-387A-48A0-8546-2B6998E58E43}" destId="{12337C28-AC3C-46E3-99CD-9150171B958D}" srcOrd="3" destOrd="0" presId="urn:microsoft.com/office/officeart/2026/layout/SmallDotsHorizontal#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87CBE54-0FA7-48E9-9A33-CF0316C1250F}" type="doc">
      <dgm:prSet loTypeId="urn:microsoft.com/office/officeart/2026/layout/SmallDotsHorizontal#3" loCatId="timeline" qsTypeId="urn:microsoft.com/office/officeart/2005/8/quickstyle/simple1#5" qsCatId="simple" csTypeId="urn:microsoft.com/office/officeart/2005/8/colors/accent1_2#5" csCatId="accent1" phldr="1"/>
      <dgm:spPr/>
      <dgm:t>
        <a:bodyPr/>
        <a:lstStyle/>
        <a:p>
          <a:endParaRPr lang="en-IN"/>
        </a:p>
      </dgm:t>
    </dgm:pt>
    <dgm:pt modelId="{A43E42F3-6730-4477-B7B9-1840AC909772}">
      <dgm:prSet phldrT="Title" custT="1"/>
      <dgm:spPr/>
      <dgm:t>
        <a:bodyPr/>
        <a:lstStyle/>
        <a:p>
          <a:pPr>
            <a:defRPr b="1">
              <a:solidFill>
                <a:schemeClr val="accent1"/>
              </a:solidFill>
            </a:defRPr>
          </a:pPr>
          <a:r>
            <a:rPr lang="en-US" sz="1200" b="1" dirty="0">
              <a:solidFill>
                <a:schemeClr val="bg1"/>
              </a:solidFill>
              <a:latin typeface="Raleway" pitchFamily="34" charset="0"/>
              <a:ea typeface="Raleway" pitchFamily="34" charset="-122"/>
              <a:cs typeface="Raleway" pitchFamily="34" charset="-120"/>
            </a:rPr>
            <a:t>1</a:t>
          </a:r>
        </a:p>
        <a:p>
          <a:pPr>
            <a:defRPr b="1">
              <a:solidFill>
                <a:schemeClr val="accent1"/>
              </a:solidFill>
            </a:defRPr>
          </a:pPr>
          <a:r>
            <a:rPr lang="en-US" sz="1200" b="1" dirty="0">
              <a:solidFill>
                <a:srgbClr val="F15A2B"/>
              </a:solidFill>
              <a:latin typeface="Roboto Bold" pitchFamily="34" charset="0"/>
              <a:ea typeface="Roboto Bold" pitchFamily="34" charset="-122"/>
              <a:cs typeface="Roboto Bold" pitchFamily="34" charset="-120"/>
            </a:rPr>
            <a:t>Understand &amp;Diagnose</a:t>
          </a:r>
          <a:endParaRPr lang="en-IN" sz="1200" dirty="0">
            <a:solidFill>
              <a:srgbClr val="F15A2B"/>
            </a:solidFill>
          </a:endParaRPr>
        </a:p>
      </dgm:t>
    </dgm:pt>
    <dgm:pt modelId="{7F3A68AF-1776-4CE1-A541-F8BC1F2DE435}" type="parTrans" cxnId="{F999F1F5-19C3-4BAB-8B2F-A69917AC2935}">
      <dgm:prSet/>
      <dgm:spPr/>
      <dgm:t>
        <a:bodyPr/>
        <a:lstStyle/>
        <a:p>
          <a:endParaRPr lang="en-IN"/>
        </a:p>
      </dgm:t>
    </dgm:pt>
    <dgm:pt modelId="{4C4AAB46-AE98-4D80-BB5B-8BC6DCE0EF54}" type="sibTrans" cxnId="{F999F1F5-19C3-4BAB-8B2F-A69917AC2935}">
      <dgm:prSet/>
      <dgm:spPr/>
      <dgm:t>
        <a:bodyPr/>
        <a:lstStyle/>
        <a:p>
          <a:endParaRPr lang="en-IN"/>
        </a:p>
      </dgm:t>
    </dgm:pt>
    <dgm:pt modelId="{638EF9D1-5BB1-4C86-9FAA-30245A1D4AF6}">
      <dgm:prSet phldrT="Description" custT="1"/>
      <dgm:spPr/>
      <dgm:t>
        <a:bodyPr/>
        <a:lstStyle/>
        <a:p>
          <a:r>
            <a:rPr lang="en-US" sz="1400" b="1" dirty="0">
              <a:solidFill>
                <a:schemeClr val="bg1"/>
              </a:solidFill>
              <a:latin typeface="Roboto" pitchFamily="34" charset="0"/>
              <a:ea typeface="Roboto" pitchFamily="34" charset="-122"/>
              <a:cs typeface="Roboto" pitchFamily="34" charset="-120"/>
            </a:rPr>
            <a:t>Plant mapping, process observation, data collection</a:t>
          </a:r>
          <a:endParaRPr lang="en-IN" sz="1400" b="1" dirty="0">
            <a:solidFill>
              <a:schemeClr val="bg1"/>
            </a:solidFill>
          </a:endParaRPr>
        </a:p>
      </dgm:t>
    </dgm:pt>
    <dgm:pt modelId="{125660C6-DFF2-417F-B3C6-A0DB8959A2F6}" type="parTrans" cxnId="{EF2A0395-CE10-4479-8DC2-6B6F075B81EF}">
      <dgm:prSet/>
      <dgm:spPr/>
      <dgm:t>
        <a:bodyPr/>
        <a:lstStyle/>
        <a:p>
          <a:endParaRPr lang="en-IN"/>
        </a:p>
      </dgm:t>
    </dgm:pt>
    <dgm:pt modelId="{57BA465D-5907-49AB-8C89-B98D74B42710}" type="sibTrans" cxnId="{EF2A0395-CE10-4479-8DC2-6B6F075B81EF}">
      <dgm:prSet/>
      <dgm:spPr/>
      <dgm:t>
        <a:bodyPr/>
        <a:lstStyle/>
        <a:p>
          <a:endParaRPr lang="en-IN"/>
        </a:p>
      </dgm:t>
    </dgm:pt>
    <dgm:pt modelId="{3DB4D9BE-B970-43EC-BA9D-7CDBA7401593}">
      <dgm:prSet phldrT="Title" custT="1"/>
      <dgm:spPr/>
      <dgm:t>
        <a:bodyPr/>
        <a:lstStyle/>
        <a:p>
          <a:pPr>
            <a:defRPr b="1">
              <a:solidFill>
                <a:schemeClr val="accent1"/>
              </a:solidFill>
            </a:defRPr>
          </a:pPr>
          <a:r>
            <a:rPr lang="en-US" sz="1200" b="1" dirty="0">
              <a:solidFill>
                <a:srgbClr val="C00000"/>
              </a:solidFill>
              <a:latin typeface="Raleway" pitchFamily="34" charset="0"/>
              <a:ea typeface="Raleway" pitchFamily="34" charset="-122"/>
              <a:cs typeface="Raleway" pitchFamily="34" charset="-120"/>
            </a:rPr>
            <a:t> </a:t>
          </a:r>
          <a:r>
            <a:rPr lang="en-US" sz="1200" b="1" dirty="0">
              <a:solidFill>
                <a:schemeClr val="bg1"/>
              </a:solidFill>
              <a:latin typeface="Raleway" pitchFamily="34" charset="0"/>
              <a:ea typeface="Raleway" pitchFamily="34" charset="-122"/>
              <a:cs typeface="Raleway" pitchFamily="34" charset="-120"/>
            </a:rPr>
            <a:t>2</a:t>
          </a:r>
        </a:p>
        <a:p>
          <a:pPr>
            <a:defRPr b="1">
              <a:solidFill>
                <a:schemeClr val="accent1"/>
              </a:solidFill>
            </a:defRPr>
          </a:pPr>
          <a:r>
            <a:rPr lang="en-US" sz="1200" b="1" dirty="0">
              <a:solidFill>
                <a:srgbClr val="F15A2B"/>
              </a:solidFill>
              <a:latin typeface="Roboto Bold" pitchFamily="34" charset="0"/>
              <a:ea typeface="Roboto Bold" pitchFamily="34" charset="-122"/>
              <a:cs typeface="Roboto Bold" pitchFamily="34" charset="-120"/>
            </a:rPr>
            <a:t>Analyze</a:t>
          </a:r>
          <a:endParaRPr lang="en-IN" sz="1200" dirty="0">
            <a:solidFill>
              <a:srgbClr val="F15A2B"/>
            </a:solidFill>
          </a:endParaRPr>
        </a:p>
      </dgm:t>
    </dgm:pt>
    <dgm:pt modelId="{BF0B0956-6220-48CD-87A0-BCDE63BB34EC}" type="parTrans" cxnId="{6DC400AC-67C0-4141-B0F0-6DB6C812AF70}">
      <dgm:prSet/>
      <dgm:spPr/>
      <dgm:t>
        <a:bodyPr/>
        <a:lstStyle/>
        <a:p>
          <a:endParaRPr lang="en-IN"/>
        </a:p>
      </dgm:t>
    </dgm:pt>
    <dgm:pt modelId="{CE99695A-8295-4358-834B-F2B9BB2932C6}" type="sibTrans" cxnId="{6DC400AC-67C0-4141-B0F0-6DB6C812AF70}">
      <dgm:prSet/>
      <dgm:spPr/>
      <dgm:t>
        <a:bodyPr/>
        <a:lstStyle/>
        <a:p>
          <a:endParaRPr lang="en-IN"/>
        </a:p>
      </dgm:t>
    </dgm:pt>
    <dgm:pt modelId="{F898A723-9D82-4DD2-949B-3CF81BF8ED78}">
      <dgm:prSet phldrT="Description" custT="1"/>
      <dgm:spPr/>
      <dgm:t>
        <a:bodyPr/>
        <a:lstStyle/>
        <a:p>
          <a:r>
            <a:rPr lang="en-US" sz="1400" b="1" dirty="0">
              <a:solidFill>
                <a:schemeClr val="bg1"/>
              </a:solidFill>
              <a:latin typeface="Roboto" pitchFamily="34" charset="0"/>
              <a:ea typeface="Roboto" pitchFamily="34" charset="-122"/>
              <a:cs typeface="Roboto" pitchFamily="34" charset="-120"/>
            </a:rPr>
            <a:t>Time study, Root cause analysis</a:t>
          </a:r>
          <a:endParaRPr lang="en-IN" sz="1400" b="1" dirty="0">
            <a:solidFill>
              <a:schemeClr val="bg1"/>
            </a:solidFill>
          </a:endParaRPr>
        </a:p>
      </dgm:t>
    </dgm:pt>
    <dgm:pt modelId="{8DBACD7E-A6FB-4A15-BE13-EF603BB86B67}" type="parTrans" cxnId="{24588FA9-47E5-4363-B782-594F92B7DD33}">
      <dgm:prSet/>
      <dgm:spPr/>
      <dgm:t>
        <a:bodyPr/>
        <a:lstStyle/>
        <a:p>
          <a:endParaRPr lang="en-IN"/>
        </a:p>
      </dgm:t>
    </dgm:pt>
    <dgm:pt modelId="{FF48A036-08DC-4D2F-91A7-454DE95EF37D}" type="sibTrans" cxnId="{24588FA9-47E5-4363-B782-594F92B7DD33}">
      <dgm:prSet/>
      <dgm:spPr/>
      <dgm:t>
        <a:bodyPr/>
        <a:lstStyle/>
        <a:p>
          <a:endParaRPr lang="en-IN"/>
        </a:p>
      </dgm:t>
    </dgm:pt>
    <dgm:pt modelId="{867B599D-5A9B-4AD8-9CCF-6B7914FB833F}">
      <dgm:prSet phldrT="Title" custT="1"/>
      <dgm:spPr/>
      <dgm:t>
        <a:bodyPr/>
        <a:lstStyle/>
        <a:p>
          <a:pPr>
            <a:defRPr b="1">
              <a:solidFill>
                <a:schemeClr val="accent1"/>
              </a:solidFill>
            </a:defRPr>
          </a:pPr>
          <a:r>
            <a:rPr lang="en-US" sz="1200" b="1" dirty="0">
              <a:solidFill>
                <a:schemeClr val="bg1"/>
              </a:solidFill>
              <a:latin typeface="Raleway" pitchFamily="34" charset="0"/>
              <a:ea typeface="Raleway" pitchFamily="34" charset="-122"/>
              <a:cs typeface="Raleway" pitchFamily="34" charset="-120"/>
            </a:rPr>
            <a:t>3</a:t>
          </a:r>
        </a:p>
        <a:p>
          <a:pPr>
            <a:defRPr b="1">
              <a:solidFill>
                <a:schemeClr val="accent1"/>
              </a:solidFill>
            </a:defRPr>
          </a:pPr>
          <a:r>
            <a:rPr lang="en-US" sz="1200" b="1" dirty="0">
              <a:solidFill>
                <a:srgbClr val="F15A2B"/>
              </a:solidFill>
              <a:latin typeface="Roboto Bold" pitchFamily="34" charset="0"/>
              <a:ea typeface="Roboto Bold" pitchFamily="34" charset="-122"/>
              <a:cs typeface="Roboto Bold" pitchFamily="34" charset="-120"/>
            </a:rPr>
            <a:t>Visualize &amp; Design</a:t>
          </a:r>
          <a:endParaRPr lang="en-IN" sz="1200" dirty="0">
            <a:solidFill>
              <a:srgbClr val="F15A2B"/>
            </a:solidFill>
          </a:endParaRPr>
        </a:p>
      </dgm:t>
    </dgm:pt>
    <dgm:pt modelId="{BFBCB1EE-CE10-4B7D-8EC5-1B31EEEBEF79}" type="parTrans" cxnId="{BE2750C1-3C2C-4A81-9BF1-911B988DB5E1}">
      <dgm:prSet/>
      <dgm:spPr/>
      <dgm:t>
        <a:bodyPr/>
        <a:lstStyle/>
        <a:p>
          <a:endParaRPr lang="en-IN"/>
        </a:p>
      </dgm:t>
    </dgm:pt>
    <dgm:pt modelId="{F0BCC88F-5D50-4C90-B917-AEF814AB93BF}" type="sibTrans" cxnId="{BE2750C1-3C2C-4A81-9BF1-911B988DB5E1}">
      <dgm:prSet/>
      <dgm:spPr/>
      <dgm:t>
        <a:bodyPr/>
        <a:lstStyle/>
        <a:p>
          <a:endParaRPr lang="en-IN"/>
        </a:p>
      </dgm:t>
    </dgm:pt>
    <dgm:pt modelId="{9CF7E0B2-33E4-4819-95EA-36EBD25E9DA5}">
      <dgm:prSet phldrT="Description" custT="1"/>
      <dgm:spPr/>
      <dgm:t>
        <a:bodyPr/>
        <a:lstStyle/>
        <a:p>
          <a:r>
            <a:rPr lang="en-US" sz="1400" b="1" dirty="0">
              <a:solidFill>
                <a:schemeClr val="bg1"/>
              </a:solidFill>
              <a:latin typeface="Roboto" pitchFamily="34" charset="0"/>
              <a:ea typeface="Roboto" pitchFamily="34" charset="-122"/>
              <a:cs typeface="Roboto" pitchFamily="34" charset="-120"/>
            </a:rPr>
            <a:t>Layout simulation, standard work, opportunity design, video analysis</a:t>
          </a:r>
          <a:endParaRPr lang="en-IN" sz="1400" b="1" dirty="0">
            <a:solidFill>
              <a:schemeClr val="bg1"/>
            </a:solidFill>
          </a:endParaRPr>
        </a:p>
      </dgm:t>
    </dgm:pt>
    <dgm:pt modelId="{9CFD6516-851C-4322-9CE1-E26D5731E64F}" type="parTrans" cxnId="{28A28ADA-4E50-4FB9-868A-5E55A0FB14D0}">
      <dgm:prSet/>
      <dgm:spPr/>
      <dgm:t>
        <a:bodyPr/>
        <a:lstStyle/>
        <a:p>
          <a:endParaRPr lang="en-IN"/>
        </a:p>
      </dgm:t>
    </dgm:pt>
    <dgm:pt modelId="{68AAC71D-1A9C-4124-8D5C-B0B0A5F10391}" type="sibTrans" cxnId="{28A28ADA-4E50-4FB9-868A-5E55A0FB14D0}">
      <dgm:prSet/>
      <dgm:spPr/>
      <dgm:t>
        <a:bodyPr/>
        <a:lstStyle/>
        <a:p>
          <a:endParaRPr lang="en-IN"/>
        </a:p>
      </dgm:t>
    </dgm:pt>
    <dgm:pt modelId="{1E59CF09-CC8F-4581-B07A-5FDF93A878C2}">
      <dgm:prSet phldrT="Title" custT="1"/>
      <dgm:spPr/>
      <dgm:t>
        <a:bodyPr/>
        <a:lstStyle/>
        <a:p>
          <a:pPr>
            <a:defRPr b="1">
              <a:solidFill>
                <a:schemeClr val="accent1"/>
              </a:solidFill>
            </a:defRPr>
          </a:pPr>
          <a:r>
            <a:rPr lang="en-US" sz="1200" b="1" dirty="0">
              <a:solidFill>
                <a:srgbClr val="C00000"/>
              </a:solidFill>
              <a:latin typeface="Raleway" pitchFamily="34" charset="0"/>
              <a:ea typeface="Raleway" pitchFamily="34" charset="-122"/>
              <a:cs typeface="Raleway" pitchFamily="34" charset="-120"/>
            </a:rPr>
            <a:t> </a:t>
          </a:r>
          <a:r>
            <a:rPr lang="en-US" sz="1200" b="1" dirty="0">
              <a:solidFill>
                <a:schemeClr val="bg1"/>
              </a:solidFill>
              <a:latin typeface="Raleway" pitchFamily="34" charset="0"/>
              <a:ea typeface="Raleway" pitchFamily="34" charset="-122"/>
              <a:cs typeface="Raleway" pitchFamily="34" charset="-120"/>
            </a:rPr>
            <a:t>4</a:t>
          </a:r>
        </a:p>
        <a:p>
          <a:pPr>
            <a:defRPr b="1">
              <a:solidFill>
                <a:schemeClr val="accent1"/>
              </a:solidFill>
            </a:defRPr>
          </a:pPr>
          <a:r>
            <a:rPr lang="en-US" sz="1200" b="1" dirty="0">
              <a:solidFill>
                <a:srgbClr val="F15A2B"/>
              </a:solidFill>
              <a:latin typeface="Roboto Bold" pitchFamily="34" charset="0"/>
              <a:ea typeface="Roboto Bold" pitchFamily="34" charset="-122"/>
              <a:cs typeface="Roboto Bold" pitchFamily="34" charset="-120"/>
            </a:rPr>
            <a:t>Deliver</a:t>
          </a:r>
          <a:endParaRPr lang="en-IN" sz="1200" dirty="0">
            <a:solidFill>
              <a:srgbClr val="F15A2B"/>
            </a:solidFill>
          </a:endParaRPr>
        </a:p>
      </dgm:t>
    </dgm:pt>
    <dgm:pt modelId="{E1E9EE97-4BFE-488C-AA5E-942ED7712D34}" type="parTrans" cxnId="{985B14D3-95FB-4CBF-8336-76818BF8D56B}">
      <dgm:prSet/>
      <dgm:spPr/>
      <dgm:t>
        <a:bodyPr/>
        <a:lstStyle/>
        <a:p>
          <a:endParaRPr lang="en-IN"/>
        </a:p>
      </dgm:t>
    </dgm:pt>
    <dgm:pt modelId="{7A3CC4BF-8FB1-41AC-A9E5-3C5A4649DB7C}" type="sibTrans" cxnId="{985B14D3-95FB-4CBF-8336-76818BF8D56B}">
      <dgm:prSet/>
      <dgm:spPr/>
      <dgm:t>
        <a:bodyPr/>
        <a:lstStyle/>
        <a:p>
          <a:endParaRPr lang="en-IN"/>
        </a:p>
      </dgm:t>
    </dgm:pt>
    <dgm:pt modelId="{0F1E18C6-41A3-4138-92F8-821950C93D2A}">
      <dgm:prSet phldrT="Description" custT="1"/>
      <dgm:spPr/>
      <dgm:t>
        <a:bodyPr/>
        <a:lstStyle/>
        <a:p>
          <a:r>
            <a:rPr lang="en-US" sz="1400" b="1" dirty="0">
              <a:solidFill>
                <a:schemeClr val="bg1"/>
              </a:solidFill>
              <a:latin typeface="Roboto" pitchFamily="34" charset="0"/>
              <a:ea typeface="Roboto" pitchFamily="34" charset="-122"/>
              <a:cs typeface="Roboto" pitchFamily="34" charset="-120"/>
            </a:rPr>
            <a:t>operator training Video analysis for improvement purpose</a:t>
          </a:r>
          <a:endParaRPr lang="en-IN" sz="1400" b="1" dirty="0">
            <a:solidFill>
              <a:schemeClr val="bg1"/>
            </a:solidFill>
          </a:endParaRPr>
        </a:p>
      </dgm:t>
    </dgm:pt>
    <dgm:pt modelId="{7EC5D2F7-6E08-431B-A213-30D24073DC74}" type="parTrans" cxnId="{ABDAA58C-6F2F-42A2-AE00-D607DC65EBC0}">
      <dgm:prSet/>
      <dgm:spPr/>
      <dgm:t>
        <a:bodyPr/>
        <a:lstStyle/>
        <a:p>
          <a:endParaRPr lang="en-IN"/>
        </a:p>
      </dgm:t>
    </dgm:pt>
    <dgm:pt modelId="{1848447C-EDC9-487E-8E69-6AC068E11F4E}" type="sibTrans" cxnId="{ABDAA58C-6F2F-42A2-AE00-D607DC65EBC0}">
      <dgm:prSet/>
      <dgm:spPr/>
      <dgm:t>
        <a:bodyPr/>
        <a:lstStyle/>
        <a:p>
          <a:endParaRPr lang="en-IN"/>
        </a:p>
      </dgm:t>
    </dgm:pt>
    <dgm:pt modelId="{CC8292C2-AB20-4861-9FA3-1AA57CD8CCC9}">
      <dgm:prSet phldrT="Title" custT="1"/>
      <dgm:spPr/>
      <dgm:t>
        <a:bodyPr/>
        <a:lstStyle/>
        <a:p>
          <a:pPr>
            <a:defRPr b="1">
              <a:solidFill>
                <a:schemeClr val="accent1"/>
              </a:solidFill>
            </a:defRPr>
          </a:pPr>
          <a:r>
            <a:rPr lang="en-US" sz="1200" b="1" dirty="0">
              <a:solidFill>
                <a:srgbClr val="C00000"/>
              </a:solidFill>
              <a:latin typeface="Raleway" pitchFamily="34" charset="0"/>
              <a:ea typeface="Raleway" pitchFamily="34" charset="-122"/>
              <a:cs typeface="Raleway" pitchFamily="34" charset="-120"/>
            </a:rPr>
            <a:t> </a:t>
          </a:r>
          <a:r>
            <a:rPr lang="en-US" sz="1200" b="1" dirty="0">
              <a:solidFill>
                <a:schemeClr val="bg1"/>
              </a:solidFill>
              <a:latin typeface="Raleway" pitchFamily="34" charset="0"/>
              <a:ea typeface="Raleway" pitchFamily="34" charset="-122"/>
              <a:cs typeface="Raleway" pitchFamily="34" charset="-120"/>
            </a:rPr>
            <a:t>5</a:t>
          </a:r>
        </a:p>
        <a:p>
          <a:pPr>
            <a:defRPr b="1">
              <a:solidFill>
                <a:schemeClr val="accent1"/>
              </a:solidFill>
            </a:defRPr>
          </a:pPr>
          <a:r>
            <a:rPr lang="en-IN" sz="1200" dirty="0">
              <a:solidFill>
                <a:srgbClr val="F15A2B"/>
              </a:solidFill>
              <a:latin typeface="Roboto" panose="02000000000000000000" pitchFamily="2" charset="0"/>
              <a:ea typeface="Roboto" panose="02000000000000000000" pitchFamily="2" charset="0"/>
              <a:cs typeface="Roboto" panose="02000000000000000000" pitchFamily="2" charset="0"/>
            </a:rPr>
            <a:t>Additional analysis</a:t>
          </a:r>
        </a:p>
      </dgm:t>
    </dgm:pt>
    <dgm:pt modelId="{4E250627-9966-44C6-8CC7-5032E7CD791C}" type="parTrans" cxnId="{FCC4EC4B-FB52-426A-9A7B-3C031FE541E3}">
      <dgm:prSet/>
      <dgm:spPr/>
      <dgm:t>
        <a:bodyPr/>
        <a:lstStyle/>
        <a:p>
          <a:endParaRPr lang="en-IN"/>
        </a:p>
      </dgm:t>
    </dgm:pt>
    <dgm:pt modelId="{C7ED7685-B799-4BA6-A9CE-F3AA1A05B55A}" type="sibTrans" cxnId="{FCC4EC4B-FB52-426A-9A7B-3C031FE541E3}">
      <dgm:prSet/>
      <dgm:spPr/>
      <dgm:t>
        <a:bodyPr/>
        <a:lstStyle/>
        <a:p>
          <a:endParaRPr lang="en-IN"/>
        </a:p>
      </dgm:t>
    </dgm:pt>
    <dgm:pt modelId="{997060CB-333F-4F01-90D9-B77E63DFC84B}">
      <dgm:prSet phldrT="Description" custT="1"/>
      <dgm:spPr/>
      <dgm:t>
        <a:bodyPr/>
        <a:lstStyle/>
        <a:p>
          <a:r>
            <a:rPr lang="en-US" sz="1400" b="1" dirty="0">
              <a:solidFill>
                <a:schemeClr val="bg1"/>
              </a:solidFill>
            </a:rPr>
            <a:t>Bottleneck identification of M/C</a:t>
          </a:r>
          <a:br>
            <a:rPr lang="en-US" sz="1400" b="1" dirty="0">
              <a:solidFill>
                <a:schemeClr val="bg1"/>
              </a:solidFill>
            </a:rPr>
          </a:br>
          <a:r>
            <a:rPr lang="en-US" sz="1400" b="1" dirty="0">
              <a:solidFill>
                <a:schemeClr val="bg1"/>
              </a:solidFill>
            </a:rPr>
            <a:t>&amp; Rework and Rejection analysis  </a:t>
          </a:r>
          <a:endParaRPr lang="en-IN" sz="1400" b="1" dirty="0">
            <a:solidFill>
              <a:schemeClr val="bg1"/>
            </a:solidFill>
          </a:endParaRPr>
        </a:p>
      </dgm:t>
    </dgm:pt>
    <dgm:pt modelId="{59523B06-7216-4B19-A070-FEE043E33CCE}" type="parTrans" cxnId="{693B5FA2-2FF4-4CA3-9E24-FC66D42F3B6E}">
      <dgm:prSet/>
      <dgm:spPr/>
      <dgm:t>
        <a:bodyPr/>
        <a:lstStyle/>
        <a:p>
          <a:endParaRPr lang="en-IN"/>
        </a:p>
      </dgm:t>
    </dgm:pt>
    <dgm:pt modelId="{0549937B-32F9-4B60-8CE5-AB09C6BD9C73}" type="sibTrans" cxnId="{693B5FA2-2FF4-4CA3-9E24-FC66D42F3B6E}">
      <dgm:prSet/>
      <dgm:spPr/>
      <dgm:t>
        <a:bodyPr/>
        <a:lstStyle/>
        <a:p>
          <a:endParaRPr lang="en-IN"/>
        </a:p>
      </dgm:t>
    </dgm:pt>
    <dgm:pt modelId="{19377573-A957-473B-B3E6-F723E8495EEE}" type="pres">
      <dgm:prSet presAssocID="{087CBE54-0FA7-48E9-9A33-CF0316C1250F}" presName="root" presStyleCnt="0">
        <dgm:presLayoutVars>
          <dgm:dir/>
          <dgm:resizeHandles val="exact"/>
        </dgm:presLayoutVars>
      </dgm:prSet>
      <dgm:spPr/>
    </dgm:pt>
    <dgm:pt modelId="{60E83D5F-C08C-43B4-BC76-2C9C30C2E948}" type="pres">
      <dgm:prSet presAssocID="{087CBE54-0FA7-48E9-9A33-CF0316C1250F}" presName="connLine" presStyleLbl="dkBgShp" presStyleIdx="0" presStyleCnt="1" custLinFactNeighborX="889"/>
      <dgm:spPr>
        <a:solidFill>
          <a:schemeClr val="bg1"/>
        </a:solidFill>
        <a:ln>
          <a:solidFill>
            <a:schemeClr val="bg1"/>
          </a:solidFill>
        </a:ln>
        <a:effectLst/>
      </dgm:spPr>
    </dgm:pt>
    <dgm:pt modelId="{307CF421-CB2B-4B60-91EE-0EEDFD9D2A24}" type="pres">
      <dgm:prSet presAssocID="{087CBE54-0FA7-48E9-9A33-CF0316C1250F}" presName="itemsFlow" presStyleCnt="0"/>
      <dgm:spPr/>
    </dgm:pt>
    <dgm:pt modelId="{C8BCEE3E-FB38-42AB-A256-03A387796F48}" type="pres">
      <dgm:prSet presAssocID="{A43E42F3-6730-4477-B7B9-1840AC909772}" presName="item" presStyleCnt="0"/>
      <dgm:spPr/>
    </dgm:pt>
    <dgm:pt modelId="{B9D4521B-3F47-4ED3-BDBF-62F69CFB6499}" type="pres">
      <dgm:prSet presAssocID="{A43E42F3-6730-4477-B7B9-1840AC909772}" presName="anchor" presStyleCnt="0"/>
      <dgm:spPr/>
    </dgm:pt>
    <dgm:pt modelId="{8164866B-6473-4995-B21B-4926D1C2D9D7}" type="pres">
      <dgm:prSet presAssocID="{A43E42F3-6730-4477-B7B9-1840AC909772}" presName="titleText" presStyleLbl="revTx" presStyleIdx="0" presStyleCnt="0">
        <dgm:presLayoutVars>
          <dgm:chMax val="0"/>
          <dgm:chPref val="0"/>
        </dgm:presLayoutVars>
      </dgm:prSet>
      <dgm:spPr/>
    </dgm:pt>
    <dgm:pt modelId="{EA2DEF03-E38E-4E32-A99E-3A48AAB47E53}" type="pres">
      <dgm:prSet presAssocID="{A43E42F3-6730-4477-B7B9-1840AC909772}" presName="dot" presStyleLbl="node1" presStyleIdx="0" presStyleCnt="5"/>
      <dgm:spPr>
        <a:solidFill>
          <a:srgbClr val="F15A2B"/>
        </a:solidFill>
        <a:ln>
          <a:solidFill>
            <a:srgbClr val="F15A2B"/>
          </a:solidFill>
        </a:ln>
      </dgm:spPr>
    </dgm:pt>
    <dgm:pt modelId="{52E1B4E8-F8EF-4251-8DA9-A32619247B58}" type="pres">
      <dgm:prSet presAssocID="{A43E42F3-6730-4477-B7B9-1840AC909772}" presName="descText" presStyleLbl="revTx" presStyleIdx="0" presStyleCnt="0">
        <dgm:presLayoutVars>
          <dgm:chMax val="0"/>
          <dgm:chPref val="0"/>
        </dgm:presLayoutVars>
      </dgm:prSet>
      <dgm:spPr/>
    </dgm:pt>
    <dgm:pt modelId="{B6DB484F-2042-4E1D-BCD1-FDC2E5861AFC}" type="pres">
      <dgm:prSet presAssocID="{4C4AAB46-AE98-4D80-BB5B-8BC6DCE0EF54}" presName="spacer" presStyleCnt="0"/>
      <dgm:spPr/>
    </dgm:pt>
    <dgm:pt modelId="{7E7C61AE-B809-47E8-B8A3-CD182B0781BA}" type="pres">
      <dgm:prSet presAssocID="{3DB4D9BE-B970-43EC-BA9D-7CDBA7401593}" presName="item" presStyleCnt="0"/>
      <dgm:spPr/>
    </dgm:pt>
    <dgm:pt modelId="{0C4C43A5-5108-449A-846C-23646240F35F}" type="pres">
      <dgm:prSet presAssocID="{3DB4D9BE-B970-43EC-BA9D-7CDBA7401593}" presName="anchor" presStyleCnt="0"/>
      <dgm:spPr/>
    </dgm:pt>
    <dgm:pt modelId="{00E37AF5-1BC7-46E4-8CA9-443AD956FF98}" type="pres">
      <dgm:prSet presAssocID="{3DB4D9BE-B970-43EC-BA9D-7CDBA7401593}" presName="titleText" presStyleLbl="revTx" presStyleIdx="0" presStyleCnt="0">
        <dgm:presLayoutVars>
          <dgm:chMax val="0"/>
          <dgm:chPref val="0"/>
        </dgm:presLayoutVars>
      </dgm:prSet>
      <dgm:spPr/>
    </dgm:pt>
    <dgm:pt modelId="{2923EFF9-E1F5-4FBD-B505-CB0FEFDEFFD9}" type="pres">
      <dgm:prSet presAssocID="{3DB4D9BE-B970-43EC-BA9D-7CDBA7401593}" presName="dot" presStyleLbl="node1" presStyleIdx="1" presStyleCnt="5"/>
      <dgm:spPr>
        <a:solidFill>
          <a:srgbClr val="F15A2B"/>
        </a:solidFill>
        <a:ln>
          <a:solidFill>
            <a:srgbClr val="F15A2B"/>
          </a:solidFill>
        </a:ln>
      </dgm:spPr>
    </dgm:pt>
    <dgm:pt modelId="{01914B0D-531B-4378-9EA7-6B383B56B689}" type="pres">
      <dgm:prSet presAssocID="{3DB4D9BE-B970-43EC-BA9D-7CDBA7401593}" presName="descText" presStyleLbl="revTx" presStyleIdx="0" presStyleCnt="0">
        <dgm:presLayoutVars>
          <dgm:chMax val="0"/>
          <dgm:chPref val="0"/>
        </dgm:presLayoutVars>
      </dgm:prSet>
      <dgm:spPr/>
    </dgm:pt>
    <dgm:pt modelId="{816D25E9-6DDF-4A5E-AFA3-871845C2EEBE}" type="pres">
      <dgm:prSet presAssocID="{CE99695A-8295-4358-834B-F2B9BB2932C6}" presName="spacer" presStyleCnt="0"/>
      <dgm:spPr/>
    </dgm:pt>
    <dgm:pt modelId="{E3B1A941-5FB4-431B-8A49-AE9449DB4562}" type="pres">
      <dgm:prSet presAssocID="{867B599D-5A9B-4AD8-9CCF-6B7914FB833F}" presName="item" presStyleCnt="0"/>
      <dgm:spPr/>
    </dgm:pt>
    <dgm:pt modelId="{414AEB7C-57FA-4BE7-AD4D-06E46D877949}" type="pres">
      <dgm:prSet presAssocID="{867B599D-5A9B-4AD8-9CCF-6B7914FB833F}" presName="anchor" presStyleCnt="0"/>
      <dgm:spPr/>
    </dgm:pt>
    <dgm:pt modelId="{B62747D4-B964-45F3-9092-3114202CF210}" type="pres">
      <dgm:prSet presAssocID="{867B599D-5A9B-4AD8-9CCF-6B7914FB833F}" presName="titleText" presStyleLbl="revTx" presStyleIdx="0" presStyleCnt="0">
        <dgm:presLayoutVars>
          <dgm:chMax val="0"/>
          <dgm:chPref val="0"/>
        </dgm:presLayoutVars>
      </dgm:prSet>
      <dgm:spPr/>
    </dgm:pt>
    <dgm:pt modelId="{8A85570B-F346-45D4-8BBA-712C0F346DB6}" type="pres">
      <dgm:prSet presAssocID="{867B599D-5A9B-4AD8-9CCF-6B7914FB833F}" presName="dot" presStyleLbl="node1" presStyleIdx="2" presStyleCnt="5"/>
      <dgm:spPr>
        <a:solidFill>
          <a:srgbClr val="F15A2B"/>
        </a:solidFill>
        <a:ln>
          <a:solidFill>
            <a:srgbClr val="F15A2B"/>
          </a:solidFill>
        </a:ln>
      </dgm:spPr>
    </dgm:pt>
    <dgm:pt modelId="{5C64D4D4-76BD-47DD-A505-4BC10B6CF2AF}" type="pres">
      <dgm:prSet presAssocID="{867B599D-5A9B-4AD8-9CCF-6B7914FB833F}" presName="descText" presStyleLbl="revTx" presStyleIdx="0" presStyleCnt="0">
        <dgm:presLayoutVars>
          <dgm:chMax val="0"/>
          <dgm:chPref val="0"/>
        </dgm:presLayoutVars>
      </dgm:prSet>
      <dgm:spPr/>
    </dgm:pt>
    <dgm:pt modelId="{BBB0615D-E822-4E03-974E-4E9E499C995F}" type="pres">
      <dgm:prSet presAssocID="{F0BCC88F-5D50-4C90-B917-AEF814AB93BF}" presName="spacer" presStyleCnt="0"/>
      <dgm:spPr/>
    </dgm:pt>
    <dgm:pt modelId="{BB6014F4-387A-48A0-8546-2B6998E58E43}" type="pres">
      <dgm:prSet presAssocID="{1E59CF09-CC8F-4581-B07A-5FDF93A878C2}" presName="item" presStyleCnt="0"/>
      <dgm:spPr/>
    </dgm:pt>
    <dgm:pt modelId="{C9818645-2D7B-47D0-9CD3-A439845BA574}" type="pres">
      <dgm:prSet presAssocID="{1E59CF09-CC8F-4581-B07A-5FDF93A878C2}" presName="anchor" presStyleCnt="0"/>
      <dgm:spPr/>
    </dgm:pt>
    <dgm:pt modelId="{60A3B6D5-0F02-4A25-82BA-9649CE8A28A4}" type="pres">
      <dgm:prSet presAssocID="{1E59CF09-CC8F-4581-B07A-5FDF93A878C2}" presName="titleText" presStyleLbl="revTx" presStyleIdx="0" presStyleCnt="0">
        <dgm:presLayoutVars>
          <dgm:chMax val="0"/>
          <dgm:chPref val="0"/>
        </dgm:presLayoutVars>
      </dgm:prSet>
      <dgm:spPr/>
    </dgm:pt>
    <dgm:pt modelId="{F11FF043-ABD3-4B27-BEED-61AE0FB25240}" type="pres">
      <dgm:prSet presAssocID="{1E59CF09-CC8F-4581-B07A-5FDF93A878C2}" presName="dot" presStyleLbl="node1" presStyleIdx="3" presStyleCnt="5"/>
      <dgm:spPr>
        <a:solidFill>
          <a:srgbClr val="F15A2B"/>
        </a:solidFill>
        <a:ln>
          <a:solidFill>
            <a:srgbClr val="F15A2B"/>
          </a:solidFill>
        </a:ln>
      </dgm:spPr>
    </dgm:pt>
    <dgm:pt modelId="{12337C28-AC3C-46E3-99CD-9150171B958D}" type="pres">
      <dgm:prSet presAssocID="{1E59CF09-CC8F-4581-B07A-5FDF93A878C2}" presName="descText" presStyleLbl="revTx" presStyleIdx="0" presStyleCnt="0">
        <dgm:presLayoutVars>
          <dgm:chMax val="0"/>
          <dgm:chPref val="0"/>
        </dgm:presLayoutVars>
      </dgm:prSet>
      <dgm:spPr/>
    </dgm:pt>
    <dgm:pt modelId="{17EB06B3-6A09-4D92-B69C-3A4868FE0FF0}" type="pres">
      <dgm:prSet presAssocID="{7A3CC4BF-8FB1-41AC-A9E5-3C5A4649DB7C}" presName="spacer" presStyleCnt="0"/>
      <dgm:spPr/>
    </dgm:pt>
    <dgm:pt modelId="{A1C3C04D-7F34-421E-BC63-12A1A2DBCF1C}" type="pres">
      <dgm:prSet presAssocID="{CC8292C2-AB20-4861-9FA3-1AA57CD8CCC9}" presName="item" presStyleCnt="0"/>
      <dgm:spPr/>
    </dgm:pt>
    <dgm:pt modelId="{2B427F6F-EBE9-4939-BD2A-468E5DE29D3A}" type="pres">
      <dgm:prSet presAssocID="{CC8292C2-AB20-4861-9FA3-1AA57CD8CCC9}" presName="anchor" presStyleCnt="0"/>
      <dgm:spPr/>
    </dgm:pt>
    <dgm:pt modelId="{A5607F87-227B-409E-A072-6BB760131CAA}" type="pres">
      <dgm:prSet presAssocID="{CC8292C2-AB20-4861-9FA3-1AA57CD8CCC9}" presName="titleText" presStyleLbl="revTx" presStyleIdx="0" presStyleCnt="0">
        <dgm:presLayoutVars>
          <dgm:chMax val="0"/>
          <dgm:chPref val="0"/>
        </dgm:presLayoutVars>
      </dgm:prSet>
      <dgm:spPr/>
    </dgm:pt>
    <dgm:pt modelId="{496D11AA-9158-4A00-911D-A968808D17CF}" type="pres">
      <dgm:prSet presAssocID="{CC8292C2-AB20-4861-9FA3-1AA57CD8CCC9}" presName="dot" presStyleLbl="node1" presStyleIdx="4" presStyleCnt="5"/>
      <dgm:spPr>
        <a:solidFill>
          <a:srgbClr val="F15A2B"/>
        </a:solidFill>
        <a:ln>
          <a:solidFill>
            <a:srgbClr val="F15A2B"/>
          </a:solidFill>
        </a:ln>
      </dgm:spPr>
    </dgm:pt>
    <dgm:pt modelId="{3DC518D6-0360-4F4B-9EDD-7F025794AA9D}" type="pres">
      <dgm:prSet presAssocID="{CC8292C2-AB20-4861-9FA3-1AA57CD8CCC9}" presName="descText" presStyleLbl="revTx" presStyleIdx="0" presStyleCnt="0">
        <dgm:presLayoutVars>
          <dgm:chMax val="0"/>
          <dgm:chPref val="0"/>
        </dgm:presLayoutVars>
      </dgm:prSet>
      <dgm:spPr/>
    </dgm:pt>
  </dgm:ptLst>
  <dgm:cxnLst>
    <dgm:cxn modelId="{3B2E1808-091D-44C1-8EFE-8B53223701E3}" type="presOf" srcId="{3DB4D9BE-B970-43EC-BA9D-7CDBA7401593}" destId="{00E37AF5-1BC7-46E4-8CA9-443AD956FF98}" srcOrd="0" destOrd="0" presId="urn:microsoft.com/office/officeart/2026/layout/SmallDotsHorizontal#3"/>
    <dgm:cxn modelId="{00DCF742-DE8F-40B4-9054-0632DE21E0D8}" type="presOf" srcId="{997060CB-333F-4F01-90D9-B77E63DFC84B}" destId="{3DC518D6-0360-4F4B-9EDD-7F025794AA9D}" srcOrd="0" destOrd="0" presId="urn:microsoft.com/office/officeart/2026/layout/SmallDotsHorizontal#3"/>
    <dgm:cxn modelId="{3BD9B865-36BE-4948-BF4B-EA154F7D5866}" type="presOf" srcId="{CC8292C2-AB20-4861-9FA3-1AA57CD8CCC9}" destId="{A5607F87-227B-409E-A072-6BB760131CAA}" srcOrd="0" destOrd="0" presId="urn:microsoft.com/office/officeart/2026/layout/SmallDotsHorizontal#3"/>
    <dgm:cxn modelId="{37DAE069-0C7E-4ED8-8B45-BA8B44C47584}" type="presOf" srcId="{9CF7E0B2-33E4-4819-95EA-36EBD25E9DA5}" destId="{5C64D4D4-76BD-47DD-A505-4BC10B6CF2AF}" srcOrd="0" destOrd="0" presId="urn:microsoft.com/office/officeart/2026/layout/SmallDotsHorizontal#3"/>
    <dgm:cxn modelId="{FCC4EC4B-FB52-426A-9A7B-3C031FE541E3}" srcId="{087CBE54-0FA7-48E9-9A33-CF0316C1250F}" destId="{CC8292C2-AB20-4861-9FA3-1AA57CD8CCC9}" srcOrd="4" destOrd="0" parTransId="{4E250627-9966-44C6-8CC7-5032E7CD791C}" sibTransId="{C7ED7685-B799-4BA6-A9CE-F3AA1A05B55A}"/>
    <dgm:cxn modelId="{B1DE4056-25CB-46A3-BB22-265B848662D3}" type="presOf" srcId="{087CBE54-0FA7-48E9-9A33-CF0316C1250F}" destId="{19377573-A957-473B-B3E6-F723E8495EEE}" srcOrd="0" destOrd="0" presId="urn:microsoft.com/office/officeart/2026/layout/SmallDotsHorizontal#3"/>
    <dgm:cxn modelId="{08EE8D7D-DAF6-4FCB-B984-F2EB46E48B7B}" type="presOf" srcId="{F898A723-9D82-4DD2-949B-3CF81BF8ED78}" destId="{01914B0D-531B-4378-9EA7-6B383B56B689}" srcOrd="0" destOrd="0" presId="urn:microsoft.com/office/officeart/2026/layout/SmallDotsHorizontal#3"/>
    <dgm:cxn modelId="{ABDAA58C-6F2F-42A2-AE00-D607DC65EBC0}" srcId="{1E59CF09-CC8F-4581-B07A-5FDF93A878C2}" destId="{0F1E18C6-41A3-4138-92F8-821950C93D2A}" srcOrd="0" destOrd="0" parTransId="{7EC5D2F7-6E08-431B-A213-30D24073DC74}" sibTransId="{1848447C-EDC9-487E-8E69-6AC068E11F4E}"/>
    <dgm:cxn modelId="{F723A792-7F6A-4ADF-90C2-526AB0B9099B}" type="presOf" srcId="{A43E42F3-6730-4477-B7B9-1840AC909772}" destId="{8164866B-6473-4995-B21B-4926D1C2D9D7}" srcOrd="0" destOrd="0" presId="urn:microsoft.com/office/officeart/2026/layout/SmallDotsHorizontal#3"/>
    <dgm:cxn modelId="{EF2A0395-CE10-4479-8DC2-6B6F075B81EF}" srcId="{A43E42F3-6730-4477-B7B9-1840AC909772}" destId="{638EF9D1-5BB1-4C86-9FAA-30245A1D4AF6}" srcOrd="0" destOrd="0" parTransId="{125660C6-DFF2-417F-B3C6-A0DB8959A2F6}" sibTransId="{57BA465D-5907-49AB-8C89-B98D74B42710}"/>
    <dgm:cxn modelId="{693B5FA2-2FF4-4CA3-9E24-FC66D42F3B6E}" srcId="{CC8292C2-AB20-4861-9FA3-1AA57CD8CCC9}" destId="{997060CB-333F-4F01-90D9-B77E63DFC84B}" srcOrd="0" destOrd="0" parTransId="{59523B06-7216-4B19-A070-FEE043E33CCE}" sibTransId="{0549937B-32F9-4B60-8CE5-AB09C6BD9C73}"/>
    <dgm:cxn modelId="{24588FA9-47E5-4363-B782-594F92B7DD33}" srcId="{3DB4D9BE-B970-43EC-BA9D-7CDBA7401593}" destId="{F898A723-9D82-4DD2-949B-3CF81BF8ED78}" srcOrd="0" destOrd="0" parTransId="{8DBACD7E-A6FB-4A15-BE13-EF603BB86B67}" sibTransId="{FF48A036-08DC-4D2F-91A7-454DE95EF37D}"/>
    <dgm:cxn modelId="{6DC400AC-67C0-4141-B0F0-6DB6C812AF70}" srcId="{087CBE54-0FA7-48E9-9A33-CF0316C1250F}" destId="{3DB4D9BE-B970-43EC-BA9D-7CDBA7401593}" srcOrd="1" destOrd="0" parTransId="{BF0B0956-6220-48CD-87A0-BCDE63BB34EC}" sibTransId="{CE99695A-8295-4358-834B-F2B9BB2932C6}"/>
    <dgm:cxn modelId="{AA17C1B4-E553-4F3C-8C42-D4D1DA1BD466}" type="presOf" srcId="{1E59CF09-CC8F-4581-B07A-5FDF93A878C2}" destId="{60A3B6D5-0F02-4A25-82BA-9649CE8A28A4}" srcOrd="0" destOrd="0" presId="urn:microsoft.com/office/officeart/2026/layout/SmallDotsHorizontal#3"/>
    <dgm:cxn modelId="{BE2750C1-3C2C-4A81-9BF1-911B988DB5E1}" srcId="{087CBE54-0FA7-48E9-9A33-CF0316C1250F}" destId="{867B599D-5A9B-4AD8-9CCF-6B7914FB833F}" srcOrd="2" destOrd="0" parTransId="{BFBCB1EE-CE10-4B7D-8EC5-1B31EEEBEF79}" sibTransId="{F0BCC88F-5D50-4C90-B917-AEF814AB93BF}"/>
    <dgm:cxn modelId="{92957FC8-5582-40CA-B46D-87FC6823C6DC}" type="presOf" srcId="{0F1E18C6-41A3-4138-92F8-821950C93D2A}" destId="{12337C28-AC3C-46E3-99CD-9150171B958D}" srcOrd="0" destOrd="0" presId="urn:microsoft.com/office/officeart/2026/layout/SmallDotsHorizontal#3"/>
    <dgm:cxn modelId="{985B14D3-95FB-4CBF-8336-76818BF8D56B}" srcId="{087CBE54-0FA7-48E9-9A33-CF0316C1250F}" destId="{1E59CF09-CC8F-4581-B07A-5FDF93A878C2}" srcOrd="3" destOrd="0" parTransId="{E1E9EE97-4BFE-488C-AA5E-942ED7712D34}" sibTransId="{7A3CC4BF-8FB1-41AC-A9E5-3C5A4649DB7C}"/>
    <dgm:cxn modelId="{28A28ADA-4E50-4FB9-868A-5E55A0FB14D0}" srcId="{867B599D-5A9B-4AD8-9CCF-6B7914FB833F}" destId="{9CF7E0B2-33E4-4819-95EA-36EBD25E9DA5}" srcOrd="0" destOrd="0" parTransId="{9CFD6516-851C-4322-9CE1-E26D5731E64F}" sibTransId="{68AAC71D-1A9C-4124-8D5C-B0B0A5F10391}"/>
    <dgm:cxn modelId="{989E79ED-789D-4B18-973C-7FDB450E0495}" type="presOf" srcId="{638EF9D1-5BB1-4C86-9FAA-30245A1D4AF6}" destId="{52E1B4E8-F8EF-4251-8DA9-A32619247B58}" srcOrd="0" destOrd="0" presId="urn:microsoft.com/office/officeart/2026/layout/SmallDotsHorizontal#3"/>
    <dgm:cxn modelId="{331751F0-359F-49F9-B0CD-423FE26575BD}" type="presOf" srcId="{867B599D-5A9B-4AD8-9CCF-6B7914FB833F}" destId="{B62747D4-B964-45F3-9092-3114202CF210}" srcOrd="0" destOrd="0" presId="urn:microsoft.com/office/officeart/2026/layout/SmallDotsHorizontal#3"/>
    <dgm:cxn modelId="{F999F1F5-19C3-4BAB-8B2F-A69917AC2935}" srcId="{087CBE54-0FA7-48E9-9A33-CF0316C1250F}" destId="{A43E42F3-6730-4477-B7B9-1840AC909772}" srcOrd="0" destOrd="0" parTransId="{7F3A68AF-1776-4CE1-A541-F8BC1F2DE435}" sibTransId="{4C4AAB46-AE98-4D80-BB5B-8BC6DCE0EF54}"/>
    <dgm:cxn modelId="{BC8374C6-AC07-409F-AC79-978E74C18910}" type="presParOf" srcId="{19377573-A957-473B-B3E6-F723E8495EEE}" destId="{60E83D5F-C08C-43B4-BC76-2C9C30C2E948}" srcOrd="0" destOrd="0" presId="urn:microsoft.com/office/officeart/2026/layout/SmallDotsHorizontal#3"/>
    <dgm:cxn modelId="{E4EEE608-CEEE-4A72-9F57-F3AFA6EE78D3}" type="presParOf" srcId="{19377573-A957-473B-B3E6-F723E8495EEE}" destId="{307CF421-CB2B-4B60-91EE-0EEDFD9D2A24}" srcOrd="1" destOrd="0" presId="urn:microsoft.com/office/officeart/2026/layout/SmallDotsHorizontal#3"/>
    <dgm:cxn modelId="{CAEC9AC3-54AB-4C8D-A96F-1513F32ED6E3}" type="presParOf" srcId="{307CF421-CB2B-4B60-91EE-0EEDFD9D2A24}" destId="{C8BCEE3E-FB38-42AB-A256-03A387796F48}" srcOrd="0" destOrd="0" presId="urn:microsoft.com/office/officeart/2026/layout/SmallDotsHorizontal#3"/>
    <dgm:cxn modelId="{986696DB-B412-445E-9689-9BC75C6899BB}" type="presParOf" srcId="{C8BCEE3E-FB38-42AB-A256-03A387796F48}" destId="{B9D4521B-3F47-4ED3-BDBF-62F69CFB6499}" srcOrd="0" destOrd="0" presId="urn:microsoft.com/office/officeart/2026/layout/SmallDotsHorizontal#3"/>
    <dgm:cxn modelId="{AEF8AC37-EE6D-4FEE-8C76-CAAD58660633}" type="presParOf" srcId="{C8BCEE3E-FB38-42AB-A256-03A387796F48}" destId="{8164866B-6473-4995-B21B-4926D1C2D9D7}" srcOrd="1" destOrd="0" presId="urn:microsoft.com/office/officeart/2026/layout/SmallDotsHorizontal#3"/>
    <dgm:cxn modelId="{278B68FB-B7CC-44FB-BBCA-26BF682841EE}" type="presParOf" srcId="{C8BCEE3E-FB38-42AB-A256-03A387796F48}" destId="{EA2DEF03-E38E-4E32-A99E-3A48AAB47E53}" srcOrd="2" destOrd="0" presId="urn:microsoft.com/office/officeart/2026/layout/SmallDotsHorizontal#3"/>
    <dgm:cxn modelId="{C97395AF-7FA8-43ED-8841-A3F378A11F1D}" type="presParOf" srcId="{C8BCEE3E-FB38-42AB-A256-03A387796F48}" destId="{52E1B4E8-F8EF-4251-8DA9-A32619247B58}" srcOrd="3" destOrd="0" presId="urn:microsoft.com/office/officeart/2026/layout/SmallDotsHorizontal#3"/>
    <dgm:cxn modelId="{9C6C3950-0772-40CC-A38C-5609026EE5FE}" type="presParOf" srcId="{307CF421-CB2B-4B60-91EE-0EEDFD9D2A24}" destId="{B6DB484F-2042-4E1D-BCD1-FDC2E5861AFC}" srcOrd="1" destOrd="0" presId="urn:microsoft.com/office/officeart/2026/layout/SmallDotsHorizontal#3"/>
    <dgm:cxn modelId="{04280CB8-0DA9-49D5-ACE8-33CBE3C64B13}" type="presParOf" srcId="{307CF421-CB2B-4B60-91EE-0EEDFD9D2A24}" destId="{7E7C61AE-B809-47E8-B8A3-CD182B0781BA}" srcOrd="2" destOrd="0" presId="urn:microsoft.com/office/officeart/2026/layout/SmallDotsHorizontal#3"/>
    <dgm:cxn modelId="{5CBDA512-8C17-493E-B6E4-EDFF376151BC}" type="presParOf" srcId="{7E7C61AE-B809-47E8-B8A3-CD182B0781BA}" destId="{0C4C43A5-5108-449A-846C-23646240F35F}" srcOrd="0" destOrd="0" presId="urn:microsoft.com/office/officeart/2026/layout/SmallDotsHorizontal#3"/>
    <dgm:cxn modelId="{FAF19E21-7585-4C42-918D-5887DA5C0F89}" type="presParOf" srcId="{7E7C61AE-B809-47E8-B8A3-CD182B0781BA}" destId="{00E37AF5-1BC7-46E4-8CA9-443AD956FF98}" srcOrd="1" destOrd="0" presId="urn:microsoft.com/office/officeart/2026/layout/SmallDotsHorizontal#3"/>
    <dgm:cxn modelId="{B43B295C-5394-48BB-9BB9-26B275A05C90}" type="presParOf" srcId="{7E7C61AE-B809-47E8-B8A3-CD182B0781BA}" destId="{2923EFF9-E1F5-4FBD-B505-CB0FEFDEFFD9}" srcOrd="2" destOrd="0" presId="urn:microsoft.com/office/officeart/2026/layout/SmallDotsHorizontal#3"/>
    <dgm:cxn modelId="{08E10035-9FEC-49FF-BB2D-99D1911FB874}" type="presParOf" srcId="{7E7C61AE-B809-47E8-B8A3-CD182B0781BA}" destId="{01914B0D-531B-4378-9EA7-6B383B56B689}" srcOrd="3" destOrd="0" presId="urn:microsoft.com/office/officeart/2026/layout/SmallDotsHorizontal#3"/>
    <dgm:cxn modelId="{40AC3E51-C865-4145-8547-91A994DB97FC}" type="presParOf" srcId="{307CF421-CB2B-4B60-91EE-0EEDFD9D2A24}" destId="{816D25E9-6DDF-4A5E-AFA3-871845C2EEBE}" srcOrd="3" destOrd="0" presId="urn:microsoft.com/office/officeart/2026/layout/SmallDotsHorizontal#3"/>
    <dgm:cxn modelId="{E1B93350-860D-48A9-9460-C6317B0E35F8}" type="presParOf" srcId="{307CF421-CB2B-4B60-91EE-0EEDFD9D2A24}" destId="{E3B1A941-5FB4-431B-8A49-AE9449DB4562}" srcOrd="4" destOrd="0" presId="urn:microsoft.com/office/officeart/2026/layout/SmallDotsHorizontal#3"/>
    <dgm:cxn modelId="{5A05D526-0192-42E1-BA50-44B25BCE2685}" type="presParOf" srcId="{E3B1A941-5FB4-431B-8A49-AE9449DB4562}" destId="{414AEB7C-57FA-4BE7-AD4D-06E46D877949}" srcOrd="0" destOrd="0" presId="urn:microsoft.com/office/officeart/2026/layout/SmallDotsHorizontal#3"/>
    <dgm:cxn modelId="{85ACCB73-B97B-4C81-AC5B-A04FF5B20C9D}" type="presParOf" srcId="{E3B1A941-5FB4-431B-8A49-AE9449DB4562}" destId="{B62747D4-B964-45F3-9092-3114202CF210}" srcOrd="1" destOrd="0" presId="urn:microsoft.com/office/officeart/2026/layout/SmallDotsHorizontal#3"/>
    <dgm:cxn modelId="{3AEE0A7D-65C2-4438-A55D-18DA5D43C6C0}" type="presParOf" srcId="{E3B1A941-5FB4-431B-8A49-AE9449DB4562}" destId="{8A85570B-F346-45D4-8BBA-712C0F346DB6}" srcOrd="2" destOrd="0" presId="urn:microsoft.com/office/officeart/2026/layout/SmallDotsHorizontal#3"/>
    <dgm:cxn modelId="{92035EC1-0CCC-473D-A470-9BC0A98A2CE3}" type="presParOf" srcId="{E3B1A941-5FB4-431B-8A49-AE9449DB4562}" destId="{5C64D4D4-76BD-47DD-A505-4BC10B6CF2AF}" srcOrd="3" destOrd="0" presId="urn:microsoft.com/office/officeart/2026/layout/SmallDotsHorizontal#3"/>
    <dgm:cxn modelId="{4DFB101C-1D83-4162-BBA6-B7BAA6BB87F1}" type="presParOf" srcId="{307CF421-CB2B-4B60-91EE-0EEDFD9D2A24}" destId="{BBB0615D-E822-4E03-974E-4E9E499C995F}" srcOrd="5" destOrd="0" presId="urn:microsoft.com/office/officeart/2026/layout/SmallDotsHorizontal#3"/>
    <dgm:cxn modelId="{93BEF040-C6D2-448E-84CD-D796776F3322}" type="presParOf" srcId="{307CF421-CB2B-4B60-91EE-0EEDFD9D2A24}" destId="{BB6014F4-387A-48A0-8546-2B6998E58E43}" srcOrd="6" destOrd="0" presId="urn:microsoft.com/office/officeart/2026/layout/SmallDotsHorizontal#3"/>
    <dgm:cxn modelId="{C3DA1221-BC27-4CF8-9F91-57D61F442582}" type="presParOf" srcId="{BB6014F4-387A-48A0-8546-2B6998E58E43}" destId="{C9818645-2D7B-47D0-9CD3-A439845BA574}" srcOrd="0" destOrd="0" presId="urn:microsoft.com/office/officeart/2026/layout/SmallDotsHorizontal#3"/>
    <dgm:cxn modelId="{09DC4756-65F8-45BD-87F0-72558178AEB9}" type="presParOf" srcId="{BB6014F4-387A-48A0-8546-2B6998E58E43}" destId="{60A3B6D5-0F02-4A25-82BA-9649CE8A28A4}" srcOrd="1" destOrd="0" presId="urn:microsoft.com/office/officeart/2026/layout/SmallDotsHorizontal#3"/>
    <dgm:cxn modelId="{E24304FC-2034-4B22-9104-59930FC9B392}" type="presParOf" srcId="{BB6014F4-387A-48A0-8546-2B6998E58E43}" destId="{F11FF043-ABD3-4B27-BEED-61AE0FB25240}" srcOrd="2" destOrd="0" presId="urn:microsoft.com/office/officeart/2026/layout/SmallDotsHorizontal#3"/>
    <dgm:cxn modelId="{9555DA0E-CA47-4402-B1B8-5AEFB27C19A2}" type="presParOf" srcId="{BB6014F4-387A-48A0-8546-2B6998E58E43}" destId="{12337C28-AC3C-46E3-99CD-9150171B958D}" srcOrd="3" destOrd="0" presId="urn:microsoft.com/office/officeart/2026/layout/SmallDotsHorizontal#3"/>
    <dgm:cxn modelId="{3DBFD150-FB27-4A66-8163-F0D895AA47CD}" type="presParOf" srcId="{307CF421-CB2B-4B60-91EE-0EEDFD9D2A24}" destId="{17EB06B3-6A09-4D92-B69C-3A4868FE0FF0}" srcOrd="7" destOrd="0" presId="urn:microsoft.com/office/officeart/2026/layout/SmallDotsHorizontal#3"/>
    <dgm:cxn modelId="{F6C405F2-0989-4F06-BD2E-F2AF243E8674}" type="presParOf" srcId="{307CF421-CB2B-4B60-91EE-0EEDFD9D2A24}" destId="{A1C3C04D-7F34-421E-BC63-12A1A2DBCF1C}" srcOrd="8" destOrd="0" presId="urn:microsoft.com/office/officeart/2026/layout/SmallDotsHorizontal#3"/>
    <dgm:cxn modelId="{920382F2-9907-45B5-A40B-9911B1B0A207}" type="presParOf" srcId="{A1C3C04D-7F34-421E-BC63-12A1A2DBCF1C}" destId="{2B427F6F-EBE9-4939-BD2A-468E5DE29D3A}" srcOrd="0" destOrd="0" presId="urn:microsoft.com/office/officeart/2026/layout/SmallDotsHorizontal#3"/>
    <dgm:cxn modelId="{4CD1ED44-6C83-45E7-B222-EDD097C9ACFD}" type="presParOf" srcId="{A1C3C04D-7F34-421E-BC63-12A1A2DBCF1C}" destId="{A5607F87-227B-409E-A072-6BB760131CAA}" srcOrd="1" destOrd="0" presId="urn:microsoft.com/office/officeart/2026/layout/SmallDotsHorizontal#3"/>
    <dgm:cxn modelId="{FE7EC564-32BD-4D82-B65A-1D839B85745E}" type="presParOf" srcId="{A1C3C04D-7F34-421E-BC63-12A1A2DBCF1C}" destId="{496D11AA-9158-4A00-911D-A968808D17CF}" srcOrd="2" destOrd="0" presId="urn:microsoft.com/office/officeart/2026/layout/SmallDotsHorizontal#3"/>
    <dgm:cxn modelId="{644A19B8-6BFC-4634-957D-C0634A0BF173}" type="presParOf" srcId="{A1C3C04D-7F34-421E-BC63-12A1A2DBCF1C}" destId="{3DC518D6-0360-4F4B-9EDD-7F025794AA9D}" srcOrd="3" destOrd="0" presId="urn:microsoft.com/office/officeart/2026/layout/SmallDotsHorizontal#3"/>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87CBE54-0FA7-48E9-9A33-CF0316C1250F}" type="doc">
      <dgm:prSet loTypeId="urn:microsoft.com/office/officeart/2026/layout/SmallDotsHorizontal#3" loCatId="timeline" qsTypeId="urn:microsoft.com/office/officeart/2005/8/quickstyle/simple1#5" qsCatId="simple" csTypeId="urn:microsoft.com/office/officeart/2005/8/colors/accent1_2#5" csCatId="accent1" phldr="1"/>
      <dgm:spPr/>
      <dgm:t>
        <a:bodyPr/>
        <a:lstStyle/>
        <a:p>
          <a:endParaRPr lang="en-IN"/>
        </a:p>
      </dgm:t>
    </dgm:pt>
    <dgm:pt modelId="{A43E42F3-6730-4477-B7B9-1840AC909772}">
      <dgm:prSet phldrT="Title" custT="1"/>
      <dgm:spPr/>
      <dgm:t>
        <a:bodyPr/>
        <a:lstStyle/>
        <a:p>
          <a:pPr>
            <a:defRPr b="1">
              <a:solidFill>
                <a:schemeClr val="accent1"/>
              </a:solidFill>
            </a:defRPr>
          </a:pPr>
          <a:r>
            <a:rPr lang="en-US" sz="1200" b="1" u="none" dirty="0">
              <a:solidFill>
                <a:srgbClr val="F15A2B"/>
              </a:solidFill>
              <a:latin typeface="Raleway" pitchFamily="34" charset="0"/>
              <a:ea typeface="Raleway" pitchFamily="34" charset="-122"/>
              <a:cs typeface="Raleway" pitchFamily="34" charset="-120"/>
            </a:rPr>
            <a:t>Observe</a:t>
          </a:r>
          <a:r>
            <a:rPr lang="en-US" sz="1200" b="1" u="sng" dirty="0">
              <a:solidFill>
                <a:srgbClr val="F15A2B"/>
              </a:solidFill>
              <a:latin typeface="Raleway" pitchFamily="34" charset="0"/>
              <a:ea typeface="Raleway" pitchFamily="34" charset="-122"/>
              <a:cs typeface="Raleway" pitchFamily="34" charset="-120"/>
            </a:rPr>
            <a:t> </a:t>
          </a:r>
          <a:endParaRPr lang="en-IN" sz="1200" u="sng" dirty="0">
            <a:solidFill>
              <a:srgbClr val="F15A2B"/>
            </a:solidFill>
          </a:endParaRPr>
        </a:p>
      </dgm:t>
    </dgm:pt>
    <dgm:pt modelId="{7F3A68AF-1776-4CE1-A541-F8BC1F2DE435}" type="parTrans" cxnId="{F999F1F5-19C3-4BAB-8B2F-A69917AC2935}">
      <dgm:prSet/>
      <dgm:spPr/>
      <dgm:t>
        <a:bodyPr/>
        <a:lstStyle/>
        <a:p>
          <a:endParaRPr lang="en-IN"/>
        </a:p>
      </dgm:t>
    </dgm:pt>
    <dgm:pt modelId="{4C4AAB46-AE98-4D80-BB5B-8BC6DCE0EF54}" type="sibTrans" cxnId="{F999F1F5-19C3-4BAB-8B2F-A69917AC2935}">
      <dgm:prSet/>
      <dgm:spPr/>
      <dgm:t>
        <a:bodyPr/>
        <a:lstStyle/>
        <a:p>
          <a:endParaRPr lang="en-IN"/>
        </a:p>
      </dgm:t>
    </dgm:pt>
    <dgm:pt modelId="{638EF9D1-5BB1-4C86-9FAA-30245A1D4AF6}">
      <dgm:prSet phldrT="Description" custT="1"/>
      <dgm:spPr/>
      <dgm:t>
        <a:bodyPr/>
        <a:lstStyle/>
        <a:p>
          <a:r>
            <a:rPr lang="en-IN" sz="1400" b="1" dirty="0">
              <a:solidFill>
                <a:schemeClr val="bg1"/>
              </a:solidFill>
              <a:latin typeface="Roboto" panose="02000000000000000000" pitchFamily="2" charset="0"/>
              <a:ea typeface="Roboto" panose="02000000000000000000" pitchFamily="2" charset="0"/>
              <a:cs typeface="Roboto" panose="02000000000000000000" pitchFamily="2" charset="0"/>
            </a:rPr>
            <a:t>Understood plant operations, process flow and study requirements</a:t>
          </a:r>
          <a:endParaRPr lang="en-US" sz="1400" b="1" dirty="0">
            <a:solidFill>
              <a:schemeClr val="bg1"/>
            </a:solidFill>
            <a:latin typeface="Roboto" panose="02000000000000000000" pitchFamily="2" charset="0"/>
            <a:ea typeface="Roboto" panose="02000000000000000000" pitchFamily="2" charset="0"/>
            <a:cs typeface="Roboto" panose="02000000000000000000" pitchFamily="2" charset="0"/>
          </a:endParaRPr>
        </a:p>
      </dgm:t>
    </dgm:pt>
    <dgm:pt modelId="{125660C6-DFF2-417F-B3C6-A0DB8959A2F6}" type="parTrans" cxnId="{EF2A0395-CE10-4479-8DC2-6B6F075B81EF}">
      <dgm:prSet/>
      <dgm:spPr/>
      <dgm:t>
        <a:bodyPr/>
        <a:lstStyle/>
        <a:p>
          <a:endParaRPr lang="en-IN"/>
        </a:p>
      </dgm:t>
    </dgm:pt>
    <dgm:pt modelId="{57BA465D-5907-49AB-8C89-B98D74B42710}" type="sibTrans" cxnId="{EF2A0395-CE10-4479-8DC2-6B6F075B81EF}">
      <dgm:prSet/>
      <dgm:spPr/>
      <dgm:t>
        <a:bodyPr/>
        <a:lstStyle/>
        <a:p>
          <a:endParaRPr lang="en-IN"/>
        </a:p>
      </dgm:t>
    </dgm:pt>
    <dgm:pt modelId="{867B599D-5A9B-4AD8-9CCF-6B7914FB833F}">
      <dgm:prSet phldrT="Title" custT="1"/>
      <dgm:spPr/>
      <dgm:t>
        <a:bodyPr/>
        <a:lstStyle/>
        <a:p>
          <a:pPr>
            <a:defRPr b="1">
              <a:solidFill>
                <a:schemeClr val="accent1"/>
              </a:solidFill>
            </a:defRPr>
          </a:pPr>
          <a:r>
            <a:rPr lang="en-US" sz="1200" b="1" u="none" dirty="0">
              <a:solidFill>
                <a:srgbClr val="F15A2B"/>
              </a:solidFill>
              <a:latin typeface="Raleway" pitchFamily="34" charset="0"/>
              <a:ea typeface="Raleway" pitchFamily="34" charset="-122"/>
              <a:cs typeface="Raleway" pitchFamily="34" charset="-120"/>
            </a:rPr>
            <a:t>Evaluate</a:t>
          </a:r>
        </a:p>
      </dgm:t>
    </dgm:pt>
    <dgm:pt modelId="{BFBCB1EE-CE10-4B7D-8EC5-1B31EEEBEF79}" type="parTrans" cxnId="{BE2750C1-3C2C-4A81-9BF1-911B988DB5E1}">
      <dgm:prSet/>
      <dgm:spPr/>
      <dgm:t>
        <a:bodyPr/>
        <a:lstStyle/>
        <a:p>
          <a:endParaRPr lang="en-IN"/>
        </a:p>
      </dgm:t>
    </dgm:pt>
    <dgm:pt modelId="{F0BCC88F-5D50-4C90-B917-AEF814AB93BF}" type="sibTrans" cxnId="{BE2750C1-3C2C-4A81-9BF1-911B988DB5E1}">
      <dgm:prSet/>
      <dgm:spPr/>
      <dgm:t>
        <a:bodyPr/>
        <a:lstStyle/>
        <a:p>
          <a:endParaRPr lang="en-IN"/>
        </a:p>
      </dgm:t>
    </dgm:pt>
    <dgm:pt modelId="{9CF7E0B2-33E4-4819-95EA-36EBD25E9DA5}">
      <dgm:prSet phldrT="Description" custT="1"/>
      <dgm:spPr/>
      <dgm:t>
        <a:bodyPr/>
        <a:lstStyle/>
        <a:p>
          <a:r>
            <a:rPr lang="en-IN" sz="1400" b="1" i="0" dirty="0">
              <a:solidFill>
                <a:schemeClr val="bg1"/>
              </a:solidFill>
              <a:latin typeface="Roboto" panose="02000000000000000000" pitchFamily="2" charset="0"/>
              <a:ea typeface="Roboto" panose="02000000000000000000" pitchFamily="2" charset="0"/>
              <a:cs typeface="Roboto" panose="02000000000000000000" pitchFamily="2" charset="0"/>
            </a:rPr>
            <a:t>Analysed cycle times paint shop, wagon delays, VA/NVA activities, and manpower utilization.</a:t>
          </a:r>
          <a:endParaRPr lang="en-IN" sz="1400" b="1" dirty="0">
            <a:solidFill>
              <a:schemeClr val="bg1"/>
            </a:solidFill>
            <a:latin typeface="Roboto" panose="02000000000000000000" pitchFamily="2" charset="0"/>
            <a:ea typeface="Roboto" panose="02000000000000000000" pitchFamily="2" charset="0"/>
            <a:cs typeface="Roboto" panose="02000000000000000000" pitchFamily="2" charset="0"/>
          </a:endParaRPr>
        </a:p>
      </dgm:t>
    </dgm:pt>
    <dgm:pt modelId="{9CFD6516-851C-4322-9CE1-E26D5731E64F}" type="parTrans" cxnId="{28A28ADA-4E50-4FB9-868A-5E55A0FB14D0}">
      <dgm:prSet/>
      <dgm:spPr/>
      <dgm:t>
        <a:bodyPr/>
        <a:lstStyle/>
        <a:p>
          <a:endParaRPr lang="en-IN"/>
        </a:p>
      </dgm:t>
    </dgm:pt>
    <dgm:pt modelId="{68AAC71D-1A9C-4124-8D5C-B0B0A5F10391}" type="sibTrans" cxnId="{28A28ADA-4E50-4FB9-868A-5E55A0FB14D0}">
      <dgm:prSet/>
      <dgm:spPr/>
      <dgm:t>
        <a:bodyPr/>
        <a:lstStyle/>
        <a:p>
          <a:endParaRPr lang="en-IN"/>
        </a:p>
      </dgm:t>
    </dgm:pt>
    <dgm:pt modelId="{56140C35-8220-426E-8A20-3BC85FE00413}">
      <dgm:prSet phldrT="Title" custT="1"/>
      <dgm:spPr/>
      <dgm:t>
        <a:bodyPr/>
        <a:lstStyle/>
        <a:p>
          <a:pPr>
            <a:defRPr b="1">
              <a:solidFill>
                <a:schemeClr val="accent1"/>
              </a:solidFill>
            </a:defRPr>
          </a:pPr>
          <a:r>
            <a:rPr lang="en-US" sz="1200" b="1" u="none" dirty="0">
              <a:solidFill>
                <a:srgbClr val="F15A2B"/>
              </a:solidFill>
              <a:latin typeface="Raleway" pitchFamily="34" charset="0"/>
              <a:ea typeface="Raleway" pitchFamily="34" charset="-122"/>
              <a:cs typeface="Raleway" pitchFamily="34" charset="-120"/>
            </a:rPr>
            <a:t>Action</a:t>
          </a:r>
          <a:endParaRPr lang="en-IN" sz="1200" dirty="0">
            <a:solidFill>
              <a:srgbClr val="F15A2B"/>
            </a:solidFill>
          </a:endParaRPr>
        </a:p>
      </dgm:t>
    </dgm:pt>
    <dgm:pt modelId="{AD36A924-C8EF-4AF8-8DCF-1E7590E816A7}" type="parTrans" cxnId="{4959197E-EBA1-4EFB-ACE2-8BD57EF3DD3E}">
      <dgm:prSet/>
      <dgm:spPr/>
      <dgm:t>
        <a:bodyPr/>
        <a:lstStyle/>
        <a:p>
          <a:endParaRPr lang="en-IN"/>
        </a:p>
      </dgm:t>
    </dgm:pt>
    <dgm:pt modelId="{22420F9A-DDAB-4AA8-8967-48D2BBD8A713}" type="sibTrans" cxnId="{4959197E-EBA1-4EFB-ACE2-8BD57EF3DD3E}">
      <dgm:prSet/>
      <dgm:spPr/>
      <dgm:t>
        <a:bodyPr/>
        <a:lstStyle/>
        <a:p>
          <a:endParaRPr lang="en-IN"/>
        </a:p>
      </dgm:t>
    </dgm:pt>
    <dgm:pt modelId="{E5AFACB8-8DDD-4B89-881A-5AD916E6DC0D}">
      <dgm:prSet phldrT="Description" phldr="0" custT="1"/>
      <dgm:spPr/>
      <dgm:t>
        <a:bodyPr/>
        <a:lstStyle/>
        <a:p>
          <a:r>
            <a:rPr lang="en-IN" sz="1400" b="1" i="0" dirty="0">
              <a:solidFill>
                <a:schemeClr val="bg1"/>
              </a:solidFill>
              <a:latin typeface="Roboto" panose="02000000000000000000" pitchFamily="2" charset="0"/>
              <a:ea typeface="Roboto" panose="02000000000000000000" pitchFamily="2" charset="0"/>
              <a:cs typeface="Roboto" panose="02000000000000000000" pitchFamily="2" charset="0"/>
            </a:rPr>
            <a:t>Performed detailed time studies and developed digital simulation models.</a:t>
          </a:r>
          <a:endParaRPr lang="en-IN" sz="1400" b="1" dirty="0">
            <a:solidFill>
              <a:schemeClr val="bg1"/>
            </a:solidFill>
            <a:latin typeface="Roboto" panose="02000000000000000000" pitchFamily="2" charset="0"/>
            <a:ea typeface="Roboto" panose="02000000000000000000" pitchFamily="2" charset="0"/>
            <a:cs typeface="Roboto" panose="02000000000000000000" pitchFamily="2" charset="0"/>
          </a:endParaRPr>
        </a:p>
      </dgm:t>
    </dgm:pt>
    <dgm:pt modelId="{C1D69C0E-6799-4282-B3D7-D96270163E42}" type="parTrans" cxnId="{FB1AAFA1-98C7-4B0C-B76E-5AC05CF110DA}">
      <dgm:prSet/>
      <dgm:spPr/>
      <dgm:t>
        <a:bodyPr/>
        <a:lstStyle/>
        <a:p>
          <a:endParaRPr lang="en-IN"/>
        </a:p>
      </dgm:t>
    </dgm:pt>
    <dgm:pt modelId="{62C17DA0-4F60-4EBF-BA65-B89905D51656}" type="sibTrans" cxnId="{FB1AAFA1-98C7-4B0C-B76E-5AC05CF110DA}">
      <dgm:prSet/>
      <dgm:spPr/>
      <dgm:t>
        <a:bodyPr/>
        <a:lstStyle/>
        <a:p>
          <a:endParaRPr lang="en-IN"/>
        </a:p>
      </dgm:t>
    </dgm:pt>
    <dgm:pt modelId="{6D94BE07-8B9C-478A-9D56-81030CB30806}">
      <dgm:prSet/>
      <dgm:spPr/>
      <dgm:t>
        <a:bodyPr/>
        <a:lstStyle/>
        <a:p>
          <a:endParaRPr lang="en-IN" dirty="0"/>
        </a:p>
      </dgm:t>
    </dgm:pt>
    <dgm:pt modelId="{941D2A09-E674-4816-ADA6-2E435C4183CF}" type="parTrans" cxnId="{C60317C4-6EAF-44C3-A024-B6253C03B8C5}">
      <dgm:prSet/>
      <dgm:spPr/>
      <dgm:t>
        <a:bodyPr/>
        <a:lstStyle/>
        <a:p>
          <a:endParaRPr lang="en-IN"/>
        </a:p>
      </dgm:t>
    </dgm:pt>
    <dgm:pt modelId="{077146A9-5A7B-42EF-B539-A334DBE2CED4}" type="sibTrans" cxnId="{C60317C4-6EAF-44C3-A024-B6253C03B8C5}">
      <dgm:prSet/>
      <dgm:spPr/>
      <dgm:t>
        <a:bodyPr/>
        <a:lstStyle/>
        <a:p>
          <a:endParaRPr lang="en-IN"/>
        </a:p>
      </dgm:t>
    </dgm:pt>
    <dgm:pt modelId="{5BDD3C17-FCDD-489A-ACCD-4B6EB1D6F1EB}">
      <dgm:prSet/>
      <dgm:spPr/>
      <dgm:t>
        <a:bodyPr/>
        <a:lstStyle/>
        <a:p>
          <a:endParaRPr lang="en-IN" dirty="0"/>
        </a:p>
      </dgm:t>
    </dgm:pt>
    <dgm:pt modelId="{3231CB85-EA33-4BDC-9636-386D0BBE5FD6}" type="parTrans" cxnId="{4383B91E-E229-470A-A0E3-509C59BD87EB}">
      <dgm:prSet/>
      <dgm:spPr/>
      <dgm:t>
        <a:bodyPr/>
        <a:lstStyle/>
        <a:p>
          <a:endParaRPr lang="en-IN"/>
        </a:p>
      </dgm:t>
    </dgm:pt>
    <dgm:pt modelId="{7F142114-9BA5-4845-BBE2-25504C0299CD}" type="sibTrans" cxnId="{4383B91E-E229-470A-A0E3-509C59BD87EB}">
      <dgm:prSet/>
      <dgm:spPr/>
      <dgm:t>
        <a:bodyPr/>
        <a:lstStyle/>
        <a:p>
          <a:endParaRPr lang="en-IN"/>
        </a:p>
      </dgm:t>
    </dgm:pt>
    <dgm:pt modelId="{D6BCC722-1217-4F1A-B6E8-CA26DD466BDD}">
      <dgm:prSet/>
      <dgm:spPr/>
      <dgm:t>
        <a:bodyPr/>
        <a:lstStyle/>
        <a:p>
          <a:endParaRPr lang="en-IN" dirty="0"/>
        </a:p>
      </dgm:t>
    </dgm:pt>
    <dgm:pt modelId="{D3FFCB34-96E8-4AE9-B940-427F811BBA71}" type="parTrans" cxnId="{26AF188B-3E38-4CEF-AD30-C12913892342}">
      <dgm:prSet/>
      <dgm:spPr/>
      <dgm:t>
        <a:bodyPr/>
        <a:lstStyle/>
        <a:p>
          <a:endParaRPr lang="en-IN"/>
        </a:p>
      </dgm:t>
    </dgm:pt>
    <dgm:pt modelId="{A61DF9CF-3B96-4C61-99F5-342836C29050}" type="sibTrans" cxnId="{26AF188B-3E38-4CEF-AD30-C12913892342}">
      <dgm:prSet/>
      <dgm:spPr/>
      <dgm:t>
        <a:bodyPr/>
        <a:lstStyle/>
        <a:p>
          <a:endParaRPr lang="en-IN"/>
        </a:p>
      </dgm:t>
    </dgm:pt>
    <dgm:pt modelId="{4C881F8B-7A6F-401D-8CFC-EB1035278049}">
      <dgm:prSet/>
      <dgm:spPr/>
      <dgm:t>
        <a:bodyPr/>
        <a:lstStyle/>
        <a:p>
          <a:endParaRPr lang="en-IN" dirty="0"/>
        </a:p>
      </dgm:t>
    </dgm:pt>
    <dgm:pt modelId="{14E3C76E-AC2B-4F26-80E2-8456D1FA75B3}" type="parTrans" cxnId="{C6BBD116-50A6-4D1E-B14A-22D856BFF244}">
      <dgm:prSet/>
      <dgm:spPr/>
      <dgm:t>
        <a:bodyPr/>
        <a:lstStyle/>
        <a:p>
          <a:endParaRPr lang="en-IN"/>
        </a:p>
      </dgm:t>
    </dgm:pt>
    <dgm:pt modelId="{29F3A6D5-FAA5-435F-B190-36AC4A928F19}" type="sibTrans" cxnId="{C6BBD116-50A6-4D1E-B14A-22D856BFF244}">
      <dgm:prSet/>
      <dgm:spPr/>
      <dgm:t>
        <a:bodyPr/>
        <a:lstStyle/>
        <a:p>
          <a:endParaRPr lang="en-IN"/>
        </a:p>
      </dgm:t>
    </dgm:pt>
    <dgm:pt modelId="{19377573-A957-473B-B3E6-F723E8495EEE}" type="pres">
      <dgm:prSet presAssocID="{087CBE54-0FA7-48E9-9A33-CF0316C1250F}" presName="root" presStyleCnt="0">
        <dgm:presLayoutVars>
          <dgm:dir/>
          <dgm:resizeHandles val="exact"/>
        </dgm:presLayoutVars>
      </dgm:prSet>
      <dgm:spPr/>
    </dgm:pt>
    <dgm:pt modelId="{60E83D5F-C08C-43B4-BC76-2C9C30C2E948}" type="pres">
      <dgm:prSet presAssocID="{087CBE54-0FA7-48E9-9A33-CF0316C1250F}" presName="connLine" presStyleLbl="dkBgShp" presStyleIdx="0" presStyleCnt="1"/>
      <dgm:spPr>
        <a:solidFill>
          <a:schemeClr val="bg1"/>
        </a:solidFill>
        <a:ln>
          <a:solidFill>
            <a:schemeClr val="bg1"/>
          </a:solidFill>
        </a:ln>
        <a:effectLst/>
      </dgm:spPr>
    </dgm:pt>
    <dgm:pt modelId="{307CF421-CB2B-4B60-91EE-0EEDFD9D2A24}" type="pres">
      <dgm:prSet presAssocID="{087CBE54-0FA7-48E9-9A33-CF0316C1250F}" presName="itemsFlow" presStyleCnt="0"/>
      <dgm:spPr/>
    </dgm:pt>
    <dgm:pt modelId="{C8BCEE3E-FB38-42AB-A256-03A387796F48}" type="pres">
      <dgm:prSet presAssocID="{A43E42F3-6730-4477-B7B9-1840AC909772}" presName="item" presStyleCnt="0"/>
      <dgm:spPr/>
    </dgm:pt>
    <dgm:pt modelId="{B9D4521B-3F47-4ED3-BDBF-62F69CFB6499}" type="pres">
      <dgm:prSet presAssocID="{A43E42F3-6730-4477-B7B9-1840AC909772}" presName="anchor" presStyleCnt="0"/>
      <dgm:spPr/>
    </dgm:pt>
    <dgm:pt modelId="{8164866B-6473-4995-B21B-4926D1C2D9D7}" type="pres">
      <dgm:prSet presAssocID="{A43E42F3-6730-4477-B7B9-1840AC909772}" presName="titleText" presStyleLbl="revTx" presStyleIdx="0" presStyleCnt="0">
        <dgm:presLayoutVars>
          <dgm:chMax val="0"/>
          <dgm:chPref val="0"/>
        </dgm:presLayoutVars>
      </dgm:prSet>
      <dgm:spPr/>
    </dgm:pt>
    <dgm:pt modelId="{EA2DEF03-E38E-4E32-A99E-3A48AAB47E53}" type="pres">
      <dgm:prSet presAssocID="{A43E42F3-6730-4477-B7B9-1840AC909772}" presName="dot" presStyleLbl="node1" presStyleIdx="0" presStyleCnt="3"/>
      <dgm:spPr>
        <a:solidFill>
          <a:srgbClr val="F15A2B"/>
        </a:solidFill>
        <a:ln>
          <a:solidFill>
            <a:srgbClr val="F15A2B"/>
          </a:solidFill>
        </a:ln>
      </dgm:spPr>
    </dgm:pt>
    <dgm:pt modelId="{52E1B4E8-F8EF-4251-8DA9-A32619247B58}" type="pres">
      <dgm:prSet presAssocID="{A43E42F3-6730-4477-B7B9-1840AC909772}" presName="descText" presStyleLbl="revTx" presStyleIdx="0" presStyleCnt="0">
        <dgm:presLayoutVars>
          <dgm:chMax val="0"/>
          <dgm:chPref val="0"/>
        </dgm:presLayoutVars>
      </dgm:prSet>
      <dgm:spPr/>
    </dgm:pt>
    <dgm:pt modelId="{B6DB484F-2042-4E1D-BCD1-FDC2E5861AFC}" type="pres">
      <dgm:prSet presAssocID="{4C4AAB46-AE98-4D80-BB5B-8BC6DCE0EF54}" presName="spacer" presStyleCnt="0"/>
      <dgm:spPr/>
    </dgm:pt>
    <dgm:pt modelId="{E3B1A941-5FB4-431B-8A49-AE9449DB4562}" type="pres">
      <dgm:prSet presAssocID="{867B599D-5A9B-4AD8-9CCF-6B7914FB833F}" presName="item" presStyleCnt="0"/>
      <dgm:spPr/>
    </dgm:pt>
    <dgm:pt modelId="{414AEB7C-57FA-4BE7-AD4D-06E46D877949}" type="pres">
      <dgm:prSet presAssocID="{867B599D-5A9B-4AD8-9CCF-6B7914FB833F}" presName="anchor" presStyleCnt="0"/>
      <dgm:spPr/>
    </dgm:pt>
    <dgm:pt modelId="{B62747D4-B964-45F3-9092-3114202CF210}" type="pres">
      <dgm:prSet presAssocID="{867B599D-5A9B-4AD8-9CCF-6B7914FB833F}" presName="titleText" presStyleLbl="revTx" presStyleIdx="0" presStyleCnt="0">
        <dgm:presLayoutVars>
          <dgm:chMax val="0"/>
          <dgm:chPref val="0"/>
        </dgm:presLayoutVars>
      </dgm:prSet>
      <dgm:spPr/>
    </dgm:pt>
    <dgm:pt modelId="{8A85570B-F346-45D4-8BBA-712C0F346DB6}" type="pres">
      <dgm:prSet presAssocID="{867B599D-5A9B-4AD8-9CCF-6B7914FB833F}" presName="dot" presStyleLbl="node1" presStyleIdx="1" presStyleCnt="3"/>
      <dgm:spPr>
        <a:solidFill>
          <a:srgbClr val="F15A2B"/>
        </a:solidFill>
        <a:ln>
          <a:solidFill>
            <a:srgbClr val="F15A2B"/>
          </a:solidFill>
        </a:ln>
      </dgm:spPr>
    </dgm:pt>
    <dgm:pt modelId="{5C64D4D4-76BD-47DD-A505-4BC10B6CF2AF}" type="pres">
      <dgm:prSet presAssocID="{867B599D-5A9B-4AD8-9CCF-6B7914FB833F}" presName="descText" presStyleLbl="revTx" presStyleIdx="0" presStyleCnt="0">
        <dgm:presLayoutVars>
          <dgm:chMax val="0"/>
          <dgm:chPref val="0"/>
        </dgm:presLayoutVars>
      </dgm:prSet>
      <dgm:spPr/>
    </dgm:pt>
    <dgm:pt modelId="{BBB0615D-E822-4E03-974E-4E9E499C995F}" type="pres">
      <dgm:prSet presAssocID="{F0BCC88F-5D50-4C90-B917-AEF814AB93BF}" presName="spacer" presStyleCnt="0"/>
      <dgm:spPr/>
    </dgm:pt>
    <dgm:pt modelId="{81250FF3-21E1-492F-AAC6-DBBC41A34226}" type="pres">
      <dgm:prSet presAssocID="{56140C35-8220-426E-8A20-3BC85FE00413}" presName="item" presStyleCnt="0"/>
      <dgm:spPr/>
    </dgm:pt>
    <dgm:pt modelId="{9F805115-50AA-429B-B1E4-8C7F9BE6FF88}" type="pres">
      <dgm:prSet presAssocID="{56140C35-8220-426E-8A20-3BC85FE00413}" presName="anchor" presStyleCnt="0"/>
      <dgm:spPr/>
    </dgm:pt>
    <dgm:pt modelId="{361EA141-8354-46D7-AF49-821EE3D9B563}" type="pres">
      <dgm:prSet presAssocID="{56140C35-8220-426E-8A20-3BC85FE00413}" presName="titleText" presStyleLbl="revTx" presStyleIdx="0" presStyleCnt="0" custLinFactNeighborY="4144">
        <dgm:presLayoutVars>
          <dgm:chMax val="0"/>
          <dgm:chPref val="0"/>
        </dgm:presLayoutVars>
      </dgm:prSet>
      <dgm:spPr/>
    </dgm:pt>
    <dgm:pt modelId="{2018468C-81B4-46AC-A51D-0303309ABE28}" type="pres">
      <dgm:prSet presAssocID="{56140C35-8220-426E-8A20-3BC85FE00413}" presName="dot" presStyleLbl="node1" presStyleIdx="2" presStyleCnt="3"/>
      <dgm:spPr>
        <a:solidFill>
          <a:srgbClr val="F15A2B"/>
        </a:solidFill>
        <a:ln>
          <a:solidFill>
            <a:srgbClr val="F15A2B"/>
          </a:solidFill>
        </a:ln>
      </dgm:spPr>
    </dgm:pt>
    <dgm:pt modelId="{A42102B1-9C36-4474-9F31-BB1C2C1713F0}" type="pres">
      <dgm:prSet presAssocID="{56140C35-8220-426E-8A20-3BC85FE00413}" presName="descText" presStyleLbl="revTx" presStyleIdx="0" presStyleCnt="0">
        <dgm:presLayoutVars>
          <dgm:chMax val="0"/>
          <dgm:chPref val="0"/>
        </dgm:presLayoutVars>
      </dgm:prSet>
      <dgm:spPr/>
    </dgm:pt>
  </dgm:ptLst>
  <dgm:cxnLst>
    <dgm:cxn modelId="{C6BBD116-50A6-4D1E-B14A-22D856BFF244}" srcId="{56140C35-8220-426E-8A20-3BC85FE00413}" destId="{4C881F8B-7A6F-401D-8CFC-EB1035278049}" srcOrd="2" destOrd="0" parTransId="{14E3C76E-AC2B-4F26-80E2-8456D1FA75B3}" sibTransId="{29F3A6D5-FAA5-435F-B190-36AC4A928F19}"/>
    <dgm:cxn modelId="{4383B91E-E229-470A-A0E3-509C59BD87EB}" srcId="{867B599D-5A9B-4AD8-9CCF-6B7914FB833F}" destId="{5BDD3C17-FCDD-489A-ACCD-4B6EB1D6F1EB}" srcOrd="2" destOrd="0" parTransId="{3231CB85-EA33-4BDC-9636-386D0BBE5FD6}" sibTransId="{7F142114-9BA5-4845-BBE2-25504C0299CD}"/>
    <dgm:cxn modelId="{6C59B466-F9F6-4045-9FD4-25A3ADC96082}" type="presOf" srcId="{56140C35-8220-426E-8A20-3BC85FE00413}" destId="{361EA141-8354-46D7-AF49-821EE3D9B563}" srcOrd="0" destOrd="0" presId="urn:microsoft.com/office/officeart/2026/layout/SmallDotsHorizontal#3"/>
    <dgm:cxn modelId="{37DAE069-0C7E-4ED8-8B45-BA8B44C47584}" type="presOf" srcId="{9CF7E0B2-33E4-4819-95EA-36EBD25E9DA5}" destId="{5C64D4D4-76BD-47DD-A505-4BC10B6CF2AF}" srcOrd="0" destOrd="0" presId="urn:microsoft.com/office/officeart/2026/layout/SmallDotsHorizontal#3"/>
    <dgm:cxn modelId="{41FE5054-A1A1-488A-A956-DF2214219B77}" type="presOf" srcId="{6D94BE07-8B9C-478A-9D56-81030CB30806}" destId="{5C64D4D4-76BD-47DD-A505-4BC10B6CF2AF}" srcOrd="0" destOrd="1" presId="urn:microsoft.com/office/officeart/2026/layout/SmallDotsHorizontal#3"/>
    <dgm:cxn modelId="{B1DE4056-25CB-46A3-BB22-265B848662D3}" type="presOf" srcId="{087CBE54-0FA7-48E9-9A33-CF0316C1250F}" destId="{19377573-A957-473B-B3E6-F723E8495EEE}" srcOrd="0" destOrd="0" presId="urn:microsoft.com/office/officeart/2026/layout/SmallDotsHorizontal#3"/>
    <dgm:cxn modelId="{4959197E-EBA1-4EFB-ACE2-8BD57EF3DD3E}" srcId="{087CBE54-0FA7-48E9-9A33-CF0316C1250F}" destId="{56140C35-8220-426E-8A20-3BC85FE00413}" srcOrd="2" destOrd="0" parTransId="{AD36A924-C8EF-4AF8-8DCF-1E7590E816A7}" sibTransId="{22420F9A-DDAB-4AA8-8967-48D2BBD8A713}"/>
    <dgm:cxn modelId="{26AF188B-3E38-4CEF-AD30-C12913892342}" srcId="{56140C35-8220-426E-8A20-3BC85FE00413}" destId="{D6BCC722-1217-4F1A-B6E8-CA26DD466BDD}" srcOrd="1" destOrd="0" parTransId="{D3FFCB34-96E8-4AE9-B940-427F811BBA71}" sibTransId="{A61DF9CF-3B96-4C61-99F5-342836C29050}"/>
    <dgm:cxn modelId="{B00BFA90-1475-4BEE-BB2C-DE4DF05F4C20}" type="presOf" srcId="{5BDD3C17-FCDD-489A-ACCD-4B6EB1D6F1EB}" destId="{5C64D4D4-76BD-47DD-A505-4BC10B6CF2AF}" srcOrd="0" destOrd="2" presId="urn:microsoft.com/office/officeart/2026/layout/SmallDotsHorizontal#3"/>
    <dgm:cxn modelId="{F723A792-7F6A-4ADF-90C2-526AB0B9099B}" type="presOf" srcId="{A43E42F3-6730-4477-B7B9-1840AC909772}" destId="{8164866B-6473-4995-B21B-4926D1C2D9D7}" srcOrd="0" destOrd="0" presId="urn:microsoft.com/office/officeart/2026/layout/SmallDotsHorizontal#3"/>
    <dgm:cxn modelId="{EF2A0395-CE10-4479-8DC2-6B6F075B81EF}" srcId="{A43E42F3-6730-4477-B7B9-1840AC909772}" destId="{638EF9D1-5BB1-4C86-9FAA-30245A1D4AF6}" srcOrd="0" destOrd="0" parTransId="{125660C6-DFF2-417F-B3C6-A0DB8959A2F6}" sibTransId="{57BA465D-5907-49AB-8C89-B98D74B42710}"/>
    <dgm:cxn modelId="{46CF2197-9E91-4F68-B7F5-6751EA33D401}" type="presOf" srcId="{D6BCC722-1217-4F1A-B6E8-CA26DD466BDD}" destId="{A42102B1-9C36-4474-9F31-BB1C2C1713F0}" srcOrd="0" destOrd="1" presId="urn:microsoft.com/office/officeart/2026/layout/SmallDotsHorizontal#3"/>
    <dgm:cxn modelId="{44BC359C-DEC6-47EB-BC30-48CFB68CC906}" type="presOf" srcId="{4C881F8B-7A6F-401D-8CFC-EB1035278049}" destId="{A42102B1-9C36-4474-9F31-BB1C2C1713F0}" srcOrd="0" destOrd="2" presId="urn:microsoft.com/office/officeart/2026/layout/SmallDotsHorizontal#3"/>
    <dgm:cxn modelId="{FB1AAFA1-98C7-4B0C-B76E-5AC05CF110DA}" srcId="{56140C35-8220-426E-8A20-3BC85FE00413}" destId="{E5AFACB8-8DDD-4B89-881A-5AD916E6DC0D}" srcOrd="0" destOrd="0" parTransId="{C1D69C0E-6799-4282-B3D7-D96270163E42}" sibTransId="{62C17DA0-4F60-4EBF-BA65-B89905D51656}"/>
    <dgm:cxn modelId="{BE2750C1-3C2C-4A81-9BF1-911B988DB5E1}" srcId="{087CBE54-0FA7-48E9-9A33-CF0316C1250F}" destId="{867B599D-5A9B-4AD8-9CCF-6B7914FB833F}" srcOrd="1" destOrd="0" parTransId="{BFBCB1EE-CE10-4B7D-8EC5-1B31EEEBEF79}" sibTransId="{F0BCC88F-5D50-4C90-B917-AEF814AB93BF}"/>
    <dgm:cxn modelId="{C60317C4-6EAF-44C3-A024-B6253C03B8C5}" srcId="{867B599D-5A9B-4AD8-9CCF-6B7914FB833F}" destId="{6D94BE07-8B9C-478A-9D56-81030CB30806}" srcOrd="1" destOrd="0" parTransId="{941D2A09-E674-4816-ADA6-2E435C4183CF}" sibTransId="{077146A9-5A7B-42EF-B539-A334DBE2CED4}"/>
    <dgm:cxn modelId="{8353E0C5-A51D-4C9E-849C-A67030C881EB}" type="presOf" srcId="{E5AFACB8-8DDD-4B89-881A-5AD916E6DC0D}" destId="{A42102B1-9C36-4474-9F31-BB1C2C1713F0}" srcOrd="0" destOrd="0" presId="urn:microsoft.com/office/officeart/2026/layout/SmallDotsHorizontal#3"/>
    <dgm:cxn modelId="{28A28ADA-4E50-4FB9-868A-5E55A0FB14D0}" srcId="{867B599D-5A9B-4AD8-9CCF-6B7914FB833F}" destId="{9CF7E0B2-33E4-4819-95EA-36EBD25E9DA5}" srcOrd="0" destOrd="0" parTransId="{9CFD6516-851C-4322-9CE1-E26D5731E64F}" sibTransId="{68AAC71D-1A9C-4124-8D5C-B0B0A5F10391}"/>
    <dgm:cxn modelId="{989E79ED-789D-4B18-973C-7FDB450E0495}" type="presOf" srcId="{638EF9D1-5BB1-4C86-9FAA-30245A1D4AF6}" destId="{52E1B4E8-F8EF-4251-8DA9-A32619247B58}" srcOrd="0" destOrd="0" presId="urn:microsoft.com/office/officeart/2026/layout/SmallDotsHorizontal#3"/>
    <dgm:cxn modelId="{331751F0-359F-49F9-B0CD-423FE26575BD}" type="presOf" srcId="{867B599D-5A9B-4AD8-9CCF-6B7914FB833F}" destId="{B62747D4-B964-45F3-9092-3114202CF210}" srcOrd="0" destOrd="0" presId="urn:microsoft.com/office/officeart/2026/layout/SmallDotsHorizontal#3"/>
    <dgm:cxn modelId="{F999F1F5-19C3-4BAB-8B2F-A69917AC2935}" srcId="{087CBE54-0FA7-48E9-9A33-CF0316C1250F}" destId="{A43E42F3-6730-4477-B7B9-1840AC909772}" srcOrd="0" destOrd="0" parTransId="{7F3A68AF-1776-4CE1-A541-F8BC1F2DE435}" sibTransId="{4C4AAB46-AE98-4D80-BB5B-8BC6DCE0EF54}"/>
    <dgm:cxn modelId="{BC8374C6-AC07-409F-AC79-978E74C18910}" type="presParOf" srcId="{19377573-A957-473B-B3E6-F723E8495EEE}" destId="{60E83D5F-C08C-43B4-BC76-2C9C30C2E948}" srcOrd="0" destOrd="0" presId="urn:microsoft.com/office/officeart/2026/layout/SmallDotsHorizontal#3"/>
    <dgm:cxn modelId="{E4EEE608-CEEE-4A72-9F57-F3AFA6EE78D3}" type="presParOf" srcId="{19377573-A957-473B-B3E6-F723E8495EEE}" destId="{307CF421-CB2B-4B60-91EE-0EEDFD9D2A24}" srcOrd="1" destOrd="0" presId="urn:microsoft.com/office/officeart/2026/layout/SmallDotsHorizontal#3"/>
    <dgm:cxn modelId="{CAEC9AC3-54AB-4C8D-A96F-1513F32ED6E3}" type="presParOf" srcId="{307CF421-CB2B-4B60-91EE-0EEDFD9D2A24}" destId="{C8BCEE3E-FB38-42AB-A256-03A387796F48}" srcOrd="0" destOrd="0" presId="urn:microsoft.com/office/officeart/2026/layout/SmallDotsHorizontal#3"/>
    <dgm:cxn modelId="{986696DB-B412-445E-9689-9BC75C6899BB}" type="presParOf" srcId="{C8BCEE3E-FB38-42AB-A256-03A387796F48}" destId="{B9D4521B-3F47-4ED3-BDBF-62F69CFB6499}" srcOrd="0" destOrd="0" presId="urn:microsoft.com/office/officeart/2026/layout/SmallDotsHorizontal#3"/>
    <dgm:cxn modelId="{AEF8AC37-EE6D-4FEE-8C76-CAAD58660633}" type="presParOf" srcId="{C8BCEE3E-FB38-42AB-A256-03A387796F48}" destId="{8164866B-6473-4995-B21B-4926D1C2D9D7}" srcOrd="1" destOrd="0" presId="urn:microsoft.com/office/officeart/2026/layout/SmallDotsHorizontal#3"/>
    <dgm:cxn modelId="{278B68FB-B7CC-44FB-BBCA-26BF682841EE}" type="presParOf" srcId="{C8BCEE3E-FB38-42AB-A256-03A387796F48}" destId="{EA2DEF03-E38E-4E32-A99E-3A48AAB47E53}" srcOrd="2" destOrd="0" presId="urn:microsoft.com/office/officeart/2026/layout/SmallDotsHorizontal#3"/>
    <dgm:cxn modelId="{C97395AF-7FA8-43ED-8841-A3F378A11F1D}" type="presParOf" srcId="{C8BCEE3E-FB38-42AB-A256-03A387796F48}" destId="{52E1B4E8-F8EF-4251-8DA9-A32619247B58}" srcOrd="3" destOrd="0" presId="urn:microsoft.com/office/officeart/2026/layout/SmallDotsHorizontal#3"/>
    <dgm:cxn modelId="{9C6C3950-0772-40CC-A38C-5609026EE5FE}" type="presParOf" srcId="{307CF421-CB2B-4B60-91EE-0EEDFD9D2A24}" destId="{B6DB484F-2042-4E1D-BCD1-FDC2E5861AFC}" srcOrd="1" destOrd="0" presId="urn:microsoft.com/office/officeart/2026/layout/SmallDotsHorizontal#3"/>
    <dgm:cxn modelId="{E1B93350-860D-48A9-9460-C6317B0E35F8}" type="presParOf" srcId="{307CF421-CB2B-4B60-91EE-0EEDFD9D2A24}" destId="{E3B1A941-5FB4-431B-8A49-AE9449DB4562}" srcOrd="2" destOrd="0" presId="urn:microsoft.com/office/officeart/2026/layout/SmallDotsHorizontal#3"/>
    <dgm:cxn modelId="{5A05D526-0192-42E1-BA50-44B25BCE2685}" type="presParOf" srcId="{E3B1A941-5FB4-431B-8A49-AE9449DB4562}" destId="{414AEB7C-57FA-4BE7-AD4D-06E46D877949}" srcOrd="0" destOrd="0" presId="urn:microsoft.com/office/officeart/2026/layout/SmallDotsHorizontal#3"/>
    <dgm:cxn modelId="{85ACCB73-B97B-4C81-AC5B-A04FF5B20C9D}" type="presParOf" srcId="{E3B1A941-5FB4-431B-8A49-AE9449DB4562}" destId="{B62747D4-B964-45F3-9092-3114202CF210}" srcOrd="1" destOrd="0" presId="urn:microsoft.com/office/officeart/2026/layout/SmallDotsHorizontal#3"/>
    <dgm:cxn modelId="{3AEE0A7D-65C2-4438-A55D-18DA5D43C6C0}" type="presParOf" srcId="{E3B1A941-5FB4-431B-8A49-AE9449DB4562}" destId="{8A85570B-F346-45D4-8BBA-712C0F346DB6}" srcOrd="2" destOrd="0" presId="urn:microsoft.com/office/officeart/2026/layout/SmallDotsHorizontal#3"/>
    <dgm:cxn modelId="{92035EC1-0CCC-473D-A470-9BC0A98A2CE3}" type="presParOf" srcId="{E3B1A941-5FB4-431B-8A49-AE9449DB4562}" destId="{5C64D4D4-76BD-47DD-A505-4BC10B6CF2AF}" srcOrd="3" destOrd="0" presId="urn:microsoft.com/office/officeart/2026/layout/SmallDotsHorizontal#3"/>
    <dgm:cxn modelId="{4DFB101C-1D83-4162-BBA6-B7BAA6BB87F1}" type="presParOf" srcId="{307CF421-CB2B-4B60-91EE-0EEDFD9D2A24}" destId="{BBB0615D-E822-4E03-974E-4E9E499C995F}" srcOrd="3" destOrd="0" presId="urn:microsoft.com/office/officeart/2026/layout/SmallDotsHorizontal#3"/>
    <dgm:cxn modelId="{25A869BE-C4F6-48AE-86A6-8FFAD54ECE1D}" type="presParOf" srcId="{307CF421-CB2B-4B60-91EE-0EEDFD9D2A24}" destId="{81250FF3-21E1-492F-AAC6-DBBC41A34226}" srcOrd="4" destOrd="0" presId="urn:microsoft.com/office/officeart/2026/layout/SmallDotsHorizontal#3"/>
    <dgm:cxn modelId="{C650A33A-F5BF-4A8D-9328-581C59EE6BA7}" type="presParOf" srcId="{81250FF3-21E1-492F-AAC6-DBBC41A34226}" destId="{9F805115-50AA-429B-B1E4-8C7F9BE6FF88}" srcOrd="0" destOrd="0" presId="urn:microsoft.com/office/officeart/2026/layout/SmallDotsHorizontal#3"/>
    <dgm:cxn modelId="{5819B911-F56B-4831-9C75-1CD1395190E4}" type="presParOf" srcId="{81250FF3-21E1-492F-AAC6-DBBC41A34226}" destId="{361EA141-8354-46D7-AF49-821EE3D9B563}" srcOrd="1" destOrd="0" presId="urn:microsoft.com/office/officeart/2026/layout/SmallDotsHorizontal#3"/>
    <dgm:cxn modelId="{8A02D484-B175-4F8E-8083-0277CB7764A2}" type="presParOf" srcId="{81250FF3-21E1-492F-AAC6-DBBC41A34226}" destId="{2018468C-81B4-46AC-A51D-0303309ABE28}" srcOrd="2" destOrd="0" presId="urn:microsoft.com/office/officeart/2026/layout/SmallDotsHorizontal#3"/>
    <dgm:cxn modelId="{3D1E1203-ED1D-405C-9492-90D6142E64F4}" type="presParOf" srcId="{81250FF3-21E1-492F-AAC6-DBBC41A34226}" destId="{A42102B1-9C36-4474-9F31-BB1C2C1713F0}" srcOrd="3" destOrd="0" presId="urn:microsoft.com/office/officeart/2026/layout/SmallDotsHorizontal#3"/>
  </dgm:cxnLst>
  <dgm:bg>
    <a:noFill/>
  </dgm:bg>
  <dgm:whole/>
  <dgm:extLst>
    <a:ext uri="http://schemas.microsoft.com/office/drawing/2008/diagram">
      <dsp:dataModelExt xmlns:dsp="http://schemas.microsoft.com/office/drawing/2008/diagram" relId="rId20"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087CBE54-0FA7-48E9-9A33-CF0316C1250F}" type="doc">
      <dgm:prSet loTypeId="urn:microsoft.com/office/officeart/2026/layout/SmallDotsHorizontal#3" loCatId="timeline" qsTypeId="urn:microsoft.com/office/officeart/2005/8/quickstyle/simple1#5" qsCatId="simple" csTypeId="urn:microsoft.com/office/officeart/2005/8/colors/accent1_2#5" csCatId="accent1" phldr="1"/>
      <dgm:spPr/>
      <dgm:t>
        <a:bodyPr/>
        <a:lstStyle/>
        <a:p>
          <a:endParaRPr lang="en-IN"/>
        </a:p>
      </dgm:t>
    </dgm:pt>
    <dgm:pt modelId="{A43E42F3-6730-4477-B7B9-1840AC909772}">
      <dgm:prSet phldrT="Title" custT="1"/>
      <dgm:spPr/>
      <dgm:t>
        <a:bodyPr/>
        <a:lstStyle/>
        <a:p>
          <a:pPr>
            <a:defRPr b="1">
              <a:solidFill>
                <a:schemeClr val="accent1"/>
              </a:solidFill>
            </a:defRPr>
          </a:pPr>
          <a:r>
            <a:rPr lang="en-US" sz="1600" b="0" dirty="0">
              <a:solidFill>
                <a:srgbClr val="F15A2B"/>
              </a:solidFill>
              <a:latin typeface="Raleway" pitchFamily="34" charset="0"/>
              <a:ea typeface="Raleway" pitchFamily="34" charset="-122"/>
              <a:cs typeface="Raleway" pitchFamily="34" charset="-120"/>
            </a:rPr>
            <a:t>Phase 1</a:t>
          </a:r>
          <a:endParaRPr lang="en-IN" sz="1600" b="0" dirty="0">
            <a:solidFill>
              <a:srgbClr val="F15A2B"/>
            </a:solidFill>
          </a:endParaRPr>
        </a:p>
      </dgm:t>
    </dgm:pt>
    <dgm:pt modelId="{7F3A68AF-1776-4CE1-A541-F8BC1F2DE435}" type="parTrans" cxnId="{F999F1F5-19C3-4BAB-8B2F-A69917AC2935}">
      <dgm:prSet/>
      <dgm:spPr/>
      <dgm:t>
        <a:bodyPr/>
        <a:lstStyle/>
        <a:p>
          <a:endParaRPr lang="en-IN"/>
        </a:p>
      </dgm:t>
    </dgm:pt>
    <dgm:pt modelId="{4C4AAB46-AE98-4D80-BB5B-8BC6DCE0EF54}" type="sibTrans" cxnId="{F999F1F5-19C3-4BAB-8B2F-A69917AC2935}">
      <dgm:prSet/>
      <dgm:spPr/>
      <dgm:t>
        <a:bodyPr/>
        <a:lstStyle/>
        <a:p>
          <a:endParaRPr lang="en-IN"/>
        </a:p>
      </dgm:t>
    </dgm:pt>
    <dgm:pt modelId="{638EF9D1-5BB1-4C86-9FAA-30245A1D4AF6}">
      <dgm:prSet phldrT="Description"/>
      <dgm:spPr/>
      <dgm:t>
        <a:bodyPr/>
        <a:lstStyle/>
        <a:p>
          <a:r>
            <a:rPr lang="en-US" b="1" dirty="0">
              <a:solidFill>
                <a:schemeClr val="bg1"/>
              </a:solidFill>
              <a:latin typeface="Roboto Bold" pitchFamily="34" charset="0"/>
              <a:ea typeface="Roboto Bold" pitchFamily="34" charset="-122"/>
              <a:cs typeface="Roboto Bold" pitchFamily="34" charset="-120"/>
            </a:rPr>
            <a:t>Understand &amp;Diagnose</a:t>
          </a:r>
          <a:endParaRPr lang="en-IN" dirty="0">
            <a:solidFill>
              <a:schemeClr val="bg1"/>
            </a:solidFill>
          </a:endParaRPr>
        </a:p>
      </dgm:t>
    </dgm:pt>
    <dgm:pt modelId="{125660C6-DFF2-417F-B3C6-A0DB8959A2F6}" type="parTrans" cxnId="{EF2A0395-CE10-4479-8DC2-6B6F075B81EF}">
      <dgm:prSet/>
      <dgm:spPr/>
      <dgm:t>
        <a:bodyPr/>
        <a:lstStyle/>
        <a:p>
          <a:endParaRPr lang="en-IN"/>
        </a:p>
      </dgm:t>
    </dgm:pt>
    <dgm:pt modelId="{57BA465D-5907-49AB-8C89-B98D74B42710}" type="sibTrans" cxnId="{EF2A0395-CE10-4479-8DC2-6B6F075B81EF}">
      <dgm:prSet/>
      <dgm:spPr/>
      <dgm:t>
        <a:bodyPr/>
        <a:lstStyle/>
        <a:p>
          <a:endParaRPr lang="en-IN"/>
        </a:p>
      </dgm:t>
    </dgm:pt>
    <dgm:pt modelId="{3DB4D9BE-B970-43EC-BA9D-7CDBA7401593}">
      <dgm:prSet phldrT="Title" custT="1"/>
      <dgm:spPr/>
      <dgm:t>
        <a:bodyPr/>
        <a:lstStyle/>
        <a:p>
          <a:pPr>
            <a:defRPr b="1">
              <a:solidFill>
                <a:schemeClr val="accent1"/>
              </a:solidFill>
            </a:defRPr>
          </a:pPr>
          <a:r>
            <a:rPr lang="en-US" sz="1600" b="0" dirty="0">
              <a:solidFill>
                <a:srgbClr val="F15A2B"/>
              </a:solidFill>
              <a:latin typeface="Raleway" pitchFamily="34" charset="0"/>
              <a:ea typeface="Raleway" pitchFamily="34" charset="-122"/>
              <a:cs typeface="Raleway" pitchFamily="34" charset="-120"/>
            </a:rPr>
            <a:t>Phase 2</a:t>
          </a:r>
          <a:endParaRPr lang="en-IN" sz="1600" b="0" dirty="0">
            <a:solidFill>
              <a:srgbClr val="F15A2B"/>
            </a:solidFill>
          </a:endParaRPr>
        </a:p>
      </dgm:t>
    </dgm:pt>
    <dgm:pt modelId="{BF0B0956-6220-48CD-87A0-BCDE63BB34EC}" type="parTrans" cxnId="{6DC400AC-67C0-4141-B0F0-6DB6C812AF70}">
      <dgm:prSet/>
      <dgm:spPr/>
      <dgm:t>
        <a:bodyPr/>
        <a:lstStyle/>
        <a:p>
          <a:endParaRPr lang="en-IN"/>
        </a:p>
      </dgm:t>
    </dgm:pt>
    <dgm:pt modelId="{CE99695A-8295-4358-834B-F2B9BB2932C6}" type="sibTrans" cxnId="{6DC400AC-67C0-4141-B0F0-6DB6C812AF70}">
      <dgm:prSet/>
      <dgm:spPr/>
      <dgm:t>
        <a:bodyPr/>
        <a:lstStyle/>
        <a:p>
          <a:endParaRPr lang="en-IN"/>
        </a:p>
      </dgm:t>
    </dgm:pt>
    <dgm:pt modelId="{F898A723-9D82-4DD2-949B-3CF81BF8ED78}">
      <dgm:prSet phldrT="Description"/>
      <dgm:spPr/>
      <dgm:t>
        <a:bodyPr/>
        <a:lstStyle/>
        <a:p>
          <a:r>
            <a:rPr lang="en-US" b="1" dirty="0">
              <a:solidFill>
                <a:schemeClr val="bg1"/>
              </a:solidFill>
              <a:latin typeface="Roboto Bold" pitchFamily="34" charset="0"/>
              <a:ea typeface="Roboto Bold" pitchFamily="34" charset="-122"/>
              <a:cs typeface="Roboto Bold" pitchFamily="34" charset="-120"/>
            </a:rPr>
            <a:t>Analyze</a:t>
          </a:r>
          <a:endParaRPr lang="en-IN" dirty="0">
            <a:solidFill>
              <a:schemeClr val="bg1"/>
            </a:solidFill>
          </a:endParaRPr>
        </a:p>
      </dgm:t>
    </dgm:pt>
    <dgm:pt modelId="{8DBACD7E-A6FB-4A15-BE13-EF603BB86B67}" type="parTrans" cxnId="{24588FA9-47E5-4363-B782-594F92B7DD33}">
      <dgm:prSet/>
      <dgm:spPr/>
      <dgm:t>
        <a:bodyPr/>
        <a:lstStyle/>
        <a:p>
          <a:endParaRPr lang="en-IN"/>
        </a:p>
      </dgm:t>
    </dgm:pt>
    <dgm:pt modelId="{FF48A036-08DC-4D2F-91A7-454DE95EF37D}" type="sibTrans" cxnId="{24588FA9-47E5-4363-B782-594F92B7DD33}">
      <dgm:prSet/>
      <dgm:spPr/>
      <dgm:t>
        <a:bodyPr/>
        <a:lstStyle/>
        <a:p>
          <a:endParaRPr lang="en-IN"/>
        </a:p>
      </dgm:t>
    </dgm:pt>
    <dgm:pt modelId="{867B599D-5A9B-4AD8-9CCF-6B7914FB833F}">
      <dgm:prSet phldrT="Title" custT="1"/>
      <dgm:spPr/>
      <dgm:t>
        <a:bodyPr/>
        <a:lstStyle/>
        <a:p>
          <a:pPr>
            <a:defRPr b="1">
              <a:solidFill>
                <a:schemeClr val="accent1"/>
              </a:solidFill>
            </a:defRPr>
          </a:pPr>
          <a:r>
            <a:rPr lang="en-US" sz="1600" b="0" dirty="0">
              <a:solidFill>
                <a:srgbClr val="F15A2B"/>
              </a:solidFill>
              <a:latin typeface="Raleway" pitchFamily="34" charset="0"/>
              <a:ea typeface="Raleway" pitchFamily="34" charset="-122"/>
              <a:cs typeface="Raleway" pitchFamily="34" charset="-120"/>
            </a:rPr>
            <a:t>Phase 3</a:t>
          </a:r>
          <a:endParaRPr lang="en-IN" sz="1600" b="0" dirty="0">
            <a:solidFill>
              <a:srgbClr val="F15A2B"/>
            </a:solidFill>
          </a:endParaRPr>
        </a:p>
      </dgm:t>
    </dgm:pt>
    <dgm:pt modelId="{BFBCB1EE-CE10-4B7D-8EC5-1B31EEEBEF79}" type="parTrans" cxnId="{BE2750C1-3C2C-4A81-9BF1-911B988DB5E1}">
      <dgm:prSet/>
      <dgm:spPr/>
      <dgm:t>
        <a:bodyPr/>
        <a:lstStyle/>
        <a:p>
          <a:endParaRPr lang="en-IN"/>
        </a:p>
      </dgm:t>
    </dgm:pt>
    <dgm:pt modelId="{F0BCC88F-5D50-4C90-B917-AEF814AB93BF}" type="sibTrans" cxnId="{BE2750C1-3C2C-4A81-9BF1-911B988DB5E1}">
      <dgm:prSet/>
      <dgm:spPr/>
      <dgm:t>
        <a:bodyPr/>
        <a:lstStyle/>
        <a:p>
          <a:endParaRPr lang="en-IN"/>
        </a:p>
      </dgm:t>
    </dgm:pt>
    <dgm:pt modelId="{9CF7E0B2-33E4-4819-95EA-36EBD25E9DA5}">
      <dgm:prSet phldrT="Description"/>
      <dgm:spPr/>
      <dgm:t>
        <a:bodyPr/>
        <a:lstStyle/>
        <a:p>
          <a:r>
            <a:rPr lang="en-US" b="1" dirty="0">
              <a:solidFill>
                <a:schemeClr val="bg1"/>
              </a:solidFill>
              <a:latin typeface="Roboto Bold" pitchFamily="34" charset="0"/>
              <a:ea typeface="Roboto Bold" pitchFamily="34" charset="-122"/>
              <a:cs typeface="Roboto Bold" pitchFamily="34" charset="-120"/>
            </a:rPr>
            <a:t>Visualize &amp; Design</a:t>
          </a:r>
          <a:endParaRPr lang="en-IN" dirty="0">
            <a:solidFill>
              <a:schemeClr val="bg1"/>
            </a:solidFill>
          </a:endParaRPr>
        </a:p>
      </dgm:t>
    </dgm:pt>
    <dgm:pt modelId="{9CFD6516-851C-4322-9CE1-E26D5731E64F}" type="parTrans" cxnId="{28A28ADA-4E50-4FB9-868A-5E55A0FB14D0}">
      <dgm:prSet/>
      <dgm:spPr/>
      <dgm:t>
        <a:bodyPr/>
        <a:lstStyle/>
        <a:p>
          <a:endParaRPr lang="en-IN"/>
        </a:p>
      </dgm:t>
    </dgm:pt>
    <dgm:pt modelId="{68AAC71D-1A9C-4124-8D5C-B0B0A5F10391}" type="sibTrans" cxnId="{28A28ADA-4E50-4FB9-868A-5E55A0FB14D0}">
      <dgm:prSet/>
      <dgm:spPr/>
      <dgm:t>
        <a:bodyPr/>
        <a:lstStyle/>
        <a:p>
          <a:endParaRPr lang="en-IN"/>
        </a:p>
      </dgm:t>
    </dgm:pt>
    <dgm:pt modelId="{1E59CF09-CC8F-4581-B07A-5FDF93A878C2}">
      <dgm:prSet phldrT="Title" custT="1"/>
      <dgm:spPr/>
      <dgm:t>
        <a:bodyPr/>
        <a:lstStyle/>
        <a:p>
          <a:pPr>
            <a:defRPr b="1">
              <a:solidFill>
                <a:schemeClr val="accent1"/>
              </a:solidFill>
            </a:defRPr>
          </a:pPr>
          <a:r>
            <a:rPr lang="en-US" sz="1600" b="0" dirty="0">
              <a:solidFill>
                <a:srgbClr val="F15A2B"/>
              </a:solidFill>
              <a:latin typeface="Raleway" pitchFamily="34" charset="0"/>
              <a:ea typeface="Raleway" pitchFamily="34" charset="-122"/>
              <a:cs typeface="Raleway" pitchFamily="34" charset="-120"/>
            </a:rPr>
            <a:t>Phase 4</a:t>
          </a:r>
          <a:endParaRPr lang="en-IN" sz="1600" b="0" dirty="0">
            <a:solidFill>
              <a:srgbClr val="F15A2B"/>
            </a:solidFill>
          </a:endParaRPr>
        </a:p>
      </dgm:t>
    </dgm:pt>
    <dgm:pt modelId="{E1E9EE97-4BFE-488C-AA5E-942ED7712D34}" type="parTrans" cxnId="{985B14D3-95FB-4CBF-8336-76818BF8D56B}">
      <dgm:prSet/>
      <dgm:spPr/>
      <dgm:t>
        <a:bodyPr/>
        <a:lstStyle/>
        <a:p>
          <a:endParaRPr lang="en-IN"/>
        </a:p>
      </dgm:t>
    </dgm:pt>
    <dgm:pt modelId="{7A3CC4BF-8FB1-41AC-A9E5-3C5A4649DB7C}" type="sibTrans" cxnId="{985B14D3-95FB-4CBF-8336-76818BF8D56B}">
      <dgm:prSet/>
      <dgm:spPr/>
      <dgm:t>
        <a:bodyPr/>
        <a:lstStyle/>
        <a:p>
          <a:endParaRPr lang="en-IN"/>
        </a:p>
      </dgm:t>
    </dgm:pt>
    <dgm:pt modelId="{0F1E18C6-41A3-4138-92F8-821950C93D2A}">
      <dgm:prSet phldrT="Description"/>
      <dgm:spPr/>
      <dgm:t>
        <a:bodyPr/>
        <a:lstStyle/>
        <a:p>
          <a:r>
            <a:rPr lang="en-US" b="1" dirty="0">
              <a:solidFill>
                <a:schemeClr val="bg1"/>
              </a:solidFill>
              <a:latin typeface="Roboto Bold" pitchFamily="34" charset="0"/>
              <a:ea typeface="Roboto Bold" pitchFamily="34" charset="-122"/>
              <a:cs typeface="Roboto Bold" pitchFamily="34" charset="-120"/>
            </a:rPr>
            <a:t>Deliver</a:t>
          </a:r>
          <a:endParaRPr lang="en-IN" dirty="0">
            <a:solidFill>
              <a:schemeClr val="bg1"/>
            </a:solidFill>
          </a:endParaRPr>
        </a:p>
      </dgm:t>
    </dgm:pt>
    <dgm:pt modelId="{7EC5D2F7-6E08-431B-A213-30D24073DC74}" type="parTrans" cxnId="{ABDAA58C-6F2F-42A2-AE00-D607DC65EBC0}">
      <dgm:prSet/>
      <dgm:spPr/>
      <dgm:t>
        <a:bodyPr/>
        <a:lstStyle/>
        <a:p>
          <a:endParaRPr lang="en-IN"/>
        </a:p>
      </dgm:t>
    </dgm:pt>
    <dgm:pt modelId="{1848447C-EDC9-487E-8E69-6AC068E11F4E}" type="sibTrans" cxnId="{ABDAA58C-6F2F-42A2-AE00-D607DC65EBC0}">
      <dgm:prSet/>
      <dgm:spPr/>
      <dgm:t>
        <a:bodyPr/>
        <a:lstStyle/>
        <a:p>
          <a:endParaRPr lang="en-IN"/>
        </a:p>
      </dgm:t>
    </dgm:pt>
    <dgm:pt modelId="{9BFB5FBA-6B85-464A-9561-1DAFAAC76564}">
      <dgm:prSet/>
      <dgm:spPr/>
      <dgm:t>
        <a:bodyPr/>
        <a:lstStyle/>
        <a:p>
          <a:r>
            <a:rPr lang="en-US" dirty="0">
              <a:solidFill>
                <a:srgbClr val="F15A2B"/>
              </a:solidFill>
              <a:latin typeface="Roboto" pitchFamily="34" charset="0"/>
              <a:ea typeface="Roboto" pitchFamily="34" charset="-122"/>
              <a:cs typeface="Roboto" pitchFamily="34" charset="-120"/>
            </a:rPr>
            <a:t>Plant mapping, process observation, data collection</a:t>
          </a:r>
          <a:endParaRPr lang="en-US" dirty="0">
            <a:solidFill>
              <a:srgbClr val="F15A2B"/>
            </a:solidFill>
          </a:endParaRPr>
        </a:p>
      </dgm:t>
    </dgm:pt>
    <dgm:pt modelId="{9369D395-60B0-42C1-B716-6CDA89759E77}" type="parTrans" cxnId="{44F706CF-18E2-4E88-B745-C0173697F660}">
      <dgm:prSet/>
      <dgm:spPr/>
      <dgm:t>
        <a:bodyPr/>
        <a:lstStyle/>
        <a:p>
          <a:endParaRPr lang="en-IN"/>
        </a:p>
      </dgm:t>
    </dgm:pt>
    <dgm:pt modelId="{6B2C0DBF-4CB8-44D9-B4F2-78352794B755}" type="sibTrans" cxnId="{44F706CF-18E2-4E88-B745-C0173697F660}">
      <dgm:prSet/>
      <dgm:spPr/>
      <dgm:t>
        <a:bodyPr/>
        <a:lstStyle/>
        <a:p>
          <a:endParaRPr lang="en-IN"/>
        </a:p>
      </dgm:t>
    </dgm:pt>
    <dgm:pt modelId="{73DD6DFA-D9DB-4FDA-A3C8-BBDAFB801D7B}">
      <dgm:prSet/>
      <dgm:spPr/>
      <dgm:t>
        <a:bodyPr/>
        <a:lstStyle/>
        <a:p>
          <a:r>
            <a:rPr lang="en-US" dirty="0">
              <a:solidFill>
                <a:srgbClr val="F15A2B"/>
              </a:solidFill>
              <a:latin typeface="Roboto" pitchFamily="34" charset="0"/>
              <a:ea typeface="Roboto" pitchFamily="34" charset="-122"/>
              <a:cs typeface="Roboto" pitchFamily="34" charset="-120"/>
            </a:rPr>
            <a:t>Time study, video analysis, root cause analysis</a:t>
          </a:r>
          <a:endParaRPr lang="en-US" dirty="0">
            <a:solidFill>
              <a:srgbClr val="F15A2B"/>
            </a:solidFill>
          </a:endParaRPr>
        </a:p>
      </dgm:t>
    </dgm:pt>
    <dgm:pt modelId="{224F2211-6E55-4683-ADD5-7AE231807093}" type="parTrans" cxnId="{D5F0ED01-82BB-41EE-B99F-468535EBE884}">
      <dgm:prSet/>
      <dgm:spPr/>
      <dgm:t>
        <a:bodyPr/>
        <a:lstStyle/>
        <a:p>
          <a:endParaRPr lang="en-IN"/>
        </a:p>
      </dgm:t>
    </dgm:pt>
    <dgm:pt modelId="{1BDB0FD8-D6E8-4206-87EA-CCF6DB18528A}" type="sibTrans" cxnId="{D5F0ED01-82BB-41EE-B99F-468535EBE884}">
      <dgm:prSet/>
      <dgm:spPr/>
      <dgm:t>
        <a:bodyPr/>
        <a:lstStyle/>
        <a:p>
          <a:endParaRPr lang="en-IN"/>
        </a:p>
      </dgm:t>
    </dgm:pt>
    <dgm:pt modelId="{E0DB13A8-627A-42D0-8D7B-E399CB73BC64}">
      <dgm:prSet/>
      <dgm:spPr/>
      <dgm:t>
        <a:bodyPr/>
        <a:lstStyle/>
        <a:p>
          <a:r>
            <a:rPr lang="en-US" dirty="0">
              <a:solidFill>
                <a:srgbClr val="F15A2B"/>
              </a:solidFill>
              <a:latin typeface="Roboto" pitchFamily="34" charset="0"/>
              <a:ea typeface="Roboto" pitchFamily="34" charset="-122"/>
              <a:cs typeface="Roboto" pitchFamily="34" charset="-120"/>
            </a:rPr>
            <a:t>Layout simulation, standard work, opportunity design</a:t>
          </a:r>
          <a:endParaRPr lang="en-US" dirty="0">
            <a:solidFill>
              <a:srgbClr val="F15A2B"/>
            </a:solidFill>
          </a:endParaRPr>
        </a:p>
      </dgm:t>
    </dgm:pt>
    <dgm:pt modelId="{A10DF982-282F-4AE9-84D7-65BFC28DA61D}" type="parTrans" cxnId="{64662F3A-3BFC-4EBB-9669-E1055AFFC6CE}">
      <dgm:prSet/>
      <dgm:spPr/>
      <dgm:t>
        <a:bodyPr/>
        <a:lstStyle/>
        <a:p>
          <a:endParaRPr lang="en-IN"/>
        </a:p>
      </dgm:t>
    </dgm:pt>
    <dgm:pt modelId="{BE8E55A5-C5CB-4FC0-81D2-B7D00DE6E318}" type="sibTrans" cxnId="{64662F3A-3BFC-4EBB-9669-E1055AFFC6CE}">
      <dgm:prSet/>
      <dgm:spPr/>
      <dgm:t>
        <a:bodyPr/>
        <a:lstStyle/>
        <a:p>
          <a:endParaRPr lang="en-IN"/>
        </a:p>
      </dgm:t>
    </dgm:pt>
    <dgm:pt modelId="{93490FCA-5FB5-459E-A86B-CD4A20E38BE6}">
      <dgm:prSet/>
      <dgm:spPr/>
      <dgm:t>
        <a:bodyPr/>
        <a:lstStyle/>
        <a:p>
          <a:r>
            <a:rPr lang="en-US" dirty="0">
              <a:solidFill>
                <a:srgbClr val="F15A2B"/>
              </a:solidFill>
              <a:latin typeface="Roboto" pitchFamily="34" charset="0"/>
              <a:ea typeface="Roboto" pitchFamily="34" charset="-122"/>
              <a:cs typeface="Roboto" pitchFamily="34" charset="-120"/>
            </a:rPr>
            <a:t>PMO tracking, implementation, operator training</a:t>
          </a:r>
          <a:endParaRPr lang="en-US" dirty="0">
            <a:solidFill>
              <a:srgbClr val="F15A2B"/>
            </a:solidFill>
          </a:endParaRPr>
        </a:p>
      </dgm:t>
    </dgm:pt>
    <dgm:pt modelId="{789C7281-70BD-497C-98FB-03EF72F2929A}" type="parTrans" cxnId="{FF29579E-90FD-487B-97D6-8CFF66373A67}">
      <dgm:prSet/>
      <dgm:spPr/>
      <dgm:t>
        <a:bodyPr/>
        <a:lstStyle/>
        <a:p>
          <a:endParaRPr lang="en-IN"/>
        </a:p>
      </dgm:t>
    </dgm:pt>
    <dgm:pt modelId="{5708051C-8D9C-4635-92B4-7B3A186ED056}" type="sibTrans" cxnId="{FF29579E-90FD-487B-97D6-8CFF66373A67}">
      <dgm:prSet/>
      <dgm:spPr/>
      <dgm:t>
        <a:bodyPr/>
        <a:lstStyle/>
        <a:p>
          <a:endParaRPr lang="en-IN"/>
        </a:p>
      </dgm:t>
    </dgm:pt>
    <dgm:pt modelId="{04BD9E29-7B62-4E7E-8800-3A4E2BB8EDF4}">
      <dgm:prSet phldrT="Title" custT="1"/>
      <dgm:spPr/>
      <dgm:t>
        <a:bodyPr/>
        <a:lstStyle/>
        <a:p>
          <a:pPr>
            <a:defRPr b="1">
              <a:solidFill>
                <a:schemeClr val="accent1"/>
              </a:solidFill>
            </a:defRPr>
          </a:pPr>
          <a:r>
            <a:rPr lang="en-US" sz="1600" b="0" dirty="0">
              <a:solidFill>
                <a:srgbClr val="F15A2B"/>
              </a:solidFill>
              <a:latin typeface="Raleway" pitchFamily="34" charset="0"/>
              <a:ea typeface="Raleway" pitchFamily="34" charset="-122"/>
              <a:cs typeface="Raleway" pitchFamily="34" charset="-120"/>
            </a:rPr>
            <a:t>Phase 5</a:t>
          </a:r>
          <a:endParaRPr lang="en-IN" sz="1600" b="0" dirty="0">
            <a:solidFill>
              <a:srgbClr val="F15A2B"/>
            </a:solidFill>
          </a:endParaRPr>
        </a:p>
      </dgm:t>
    </dgm:pt>
    <dgm:pt modelId="{3F913E93-682A-4E13-832C-C36A303AD8D0}" type="parTrans" cxnId="{DF2D01F5-57D6-4BC3-BB25-9066E04549DC}">
      <dgm:prSet/>
      <dgm:spPr/>
      <dgm:t>
        <a:bodyPr/>
        <a:lstStyle/>
        <a:p>
          <a:endParaRPr lang="en-IN"/>
        </a:p>
      </dgm:t>
    </dgm:pt>
    <dgm:pt modelId="{AEEC50AE-F5ED-4C20-86BD-7E051D7FC6C0}" type="sibTrans" cxnId="{DF2D01F5-57D6-4BC3-BB25-9066E04549DC}">
      <dgm:prSet/>
      <dgm:spPr/>
      <dgm:t>
        <a:bodyPr/>
        <a:lstStyle/>
        <a:p>
          <a:endParaRPr lang="en-IN"/>
        </a:p>
      </dgm:t>
    </dgm:pt>
    <dgm:pt modelId="{27568A14-EC93-41F7-8449-D3A7DBE0C0FC}">
      <dgm:prSet phldrT="Description"/>
      <dgm:spPr/>
      <dgm:t>
        <a:bodyPr/>
        <a:lstStyle/>
        <a:p>
          <a:r>
            <a:rPr lang="en-US" b="1" dirty="0">
              <a:solidFill>
                <a:schemeClr val="bg1"/>
              </a:solidFill>
              <a:latin typeface="Roboto Bold" pitchFamily="34" charset="0"/>
              <a:ea typeface="Roboto Bold" pitchFamily="34" charset="-122"/>
              <a:cs typeface="Roboto Bold" pitchFamily="34" charset="-120"/>
            </a:rPr>
            <a:t>Sustain</a:t>
          </a:r>
          <a:endParaRPr lang="en-IN" dirty="0">
            <a:solidFill>
              <a:schemeClr val="bg1"/>
            </a:solidFill>
          </a:endParaRPr>
        </a:p>
      </dgm:t>
    </dgm:pt>
    <dgm:pt modelId="{4FE78544-5738-4C6A-A99E-77D4C397FA30}" type="parTrans" cxnId="{4E5F2DFF-EEE5-41F2-8002-E7B51889423E}">
      <dgm:prSet/>
      <dgm:spPr/>
      <dgm:t>
        <a:bodyPr/>
        <a:lstStyle/>
        <a:p>
          <a:endParaRPr lang="en-IN"/>
        </a:p>
      </dgm:t>
    </dgm:pt>
    <dgm:pt modelId="{35287E4E-DDC6-48C4-A1DC-86101FEB2DB1}" type="sibTrans" cxnId="{4E5F2DFF-EEE5-41F2-8002-E7B51889423E}">
      <dgm:prSet/>
      <dgm:spPr/>
      <dgm:t>
        <a:bodyPr/>
        <a:lstStyle/>
        <a:p>
          <a:endParaRPr lang="en-IN"/>
        </a:p>
      </dgm:t>
    </dgm:pt>
    <dgm:pt modelId="{7D19CF29-5006-474E-801D-4295A5CEEBCB}">
      <dgm:prSet/>
      <dgm:spPr/>
      <dgm:t>
        <a:bodyPr/>
        <a:lstStyle/>
        <a:p>
          <a:r>
            <a:rPr lang="en-US" dirty="0">
              <a:solidFill>
                <a:srgbClr val="F15A2B"/>
              </a:solidFill>
              <a:latin typeface="Roboto" pitchFamily="34" charset="0"/>
              <a:ea typeface="Roboto" pitchFamily="34" charset="-122"/>
              <a:cs typeface="Roboto" pitchFamily="34" charset="-120"/>
            </a:rPr>
            <a:t>SOPs, monitoring, continuous improvement</a:t>
          </a:r>
          <a:endParaRPr lang="en-US" dirty="0">
            <a:solidFill>
              <a:srgbClr val="F15A2B"/>
            </a:solidFill>
          </a:endParaRPr>
        </a:p>
      </dgm:t>
    </dgm:pt>
    <dgm:pt modelId="{26E196EE-2CB1-4BE0-A59E-5F73FE1A4B1A}" type="parTrans" cxnId="{DCEFBFCA-0675-4FA9-8711-0FAB29F75A27}">
      <dgm:prSet/>
      <dgm:spPr/>
      <dgm:t>
        <a:bodyPr/>
        <a:lstStyle/>
        <a:p>
          <a:endParaRPr lang="en-IN"/>
        </a:p>
      </dgm:t>
    </dgm:pt>
    <dgm:pt modelId="{BAFBC864-09FE-492D-AE3D-C9982A6D38FC}" type="sibTrans" cxnId="{DCEFBFCA-0675-4FA9-8711-0FAB29F75A27}">
      <dgm:prSet/>
      <dgm:spPr/>
      <dgm:t>
        <a:bodyPr/>
        <a:lstStyle/>
        <a:p>
          <a:endParaRPr lang="en-IN"/>
        </a:p>
      </dgm:t>
    </dgm:pt>
    <dgm:pt modelId="{19377573-A957-473B-B3E6-F723E8495EEE}" type="pres">
      <dgm:prSet presAssocID="{087CBE54-0FA7-48E9-9A33-CF0316C1250F}" presName="root" presStyleCnt="0">
        <dgm:presLayoutVars>
          <dgm:dir/>
          <dgm:resizeHandles val="exact"/>
        </dgm:presLayoutVars>
      </dgm:prSet>
      <dgm:spPr/>
    </dgm:pt>
    <dgm:pt modelId="{60E83D5F-C08C-43B4-BC76-2C9C30C2E948}" type="pres">
      <dgm:prSet presAssocID="{087CBE54-0FA7-48E9-9A33-CF0316C1250F}" presName="connLine" presStyleLbl="dkBgShp" presStyleIdx="0" presStyleCnt="1"/>
      <dgm:spPr>
        <a:solidFill>
          <a:srgbClr val="C00000"/>
        </a:solidFill>
        <a:ln>
          <a:noFill/>
        </a:ln>
        <a:effectLst/>
      </dgm:spPr>
    </dgm:pt>
    <dgm:pt modelId="{307CF421-CB2B-4B60-91EE-0EEDFD9D2A24}" type="pres">
      <dgm:prSet presAssocID="{087CBE54-0FA7-48E9-9A33-CF0316C1250F}" presName="itemsFlow" presStyleCnt="0"/>
      <dgm:spPr/>
    </dgm:pt>
    <dgm:pt modelId="{C8BCEE3E-FB38-42AB-A256-03A387796F48}" type="pres">
      <dgm:prSet presAssocID="{A43E42F3-6730-4477-B7B9-1840AC909772}" presName="item" presStyleCnt="0"/>
      <dgm:spPr/>
    </dgm:pt>
    <dgm:pt modelId="{B9D4521B-3F47-4ED3-BDBF-62F69CFB6499}" type="pres">
      <dgm:prSet presAssocID="{A43E42F3-6730-4477-B7B9-1840AC909772}" presName="anchor" presStyleCnt="0"/>
      <dgm:spPr/>
    </dgm:pt>
    <dgm:pt modelId="{8164866B-6473-4995-B21B-4926D1C2D9D7}" type="pres">
      <dgm:prSet presAssocID="{A43E42F3-6730-4477-B7B9-1840AC909772}" presName="titleText" presStyleLbl="revTx" presStyleIdx="0" presStyleCnt="0">
        <dgm:presLayoutVars>
          <dgm:chMax val="0"/>
          <dgm:chPref val="0"/>
        </dgm:presLayoutVars>
      </dgm:prSet>
      <dgm:spPr/>
    </dgm:pt>
    <dgm:pt modelId="{EA2DEF03-E38E-4E32-A99E-3A48AAB47E53}" type="pres">
      <dgm:prSet presAssocID="{A43E42F3-6730-4477-B7B9-1840AC909772}" presName="dot" presStyleLbl="node1" presStyleIdx="0" presStyleCnt="5"/>
      <dgm:spPr>
        <a:solidFill>
          <a:srgbClr val="F15A2B"/>
        </a:solidFill>
        <a:ln>
          <a:solidFill>
            <a:srgbClr val="F15A2B"/>
          </a:solidFill>
        </a:ln>
      </dgm:spPr>
    </dgm:pt>
    <dgm:pt modelId="{52E1B4E8-F8EF-4251-8DA9-A32619247B58}" type="pres">
      <dgm:prSet presAssocID="{A43E42F3-6730-4477-B7B9-1840AC909772}" presName="descText" presStyleLbl="revTx" presStyleIdx="0" presStyleCnt="0">
        <dgm:presLayoutVars>
          <dgm:chMax val="0"/>
          <dgm:chPref val="0"/>
        </dgm:presLayoutVars>
      </dgm:prSet>
      <dgm:spPr/>
    </dgm:pt>
    <dgm:pt modelId="{B6DB484F-2042-4E1D-BCD1-FDC2E5861AFC}" type="pres">
      <dgm:prSet presAssocID="{4C4AAB46-AE98-4D80-BB5B-8BC6DCE0EF54}" presName="spacer" presStyleCnt="0"/>
      <dgm:spPr/>
    </dgm:pt>
    <dgm:pt modelId="{7E7C61AE-B809-47E8-B8A3-CD182B0781BA}" type="pres">
      <dgm:prSet presAssocID="{3DB4D9BE-B970-43EC-BA9D-7CDBA7401593}" presName="item" presStyleCnt="0"/>
      <dgm:spPr/>
    </dgm:pt>
    <dgm:pt modelId="{0C4C43A5-5108-449A-846C-23646240F35F}" type="pres">
      <dgm:prSet presAssocID="{3DB4D9BE-B970-43EC-BA9D-7CDBA7401593}" presName="anchor" presStyleCnt="0"/>
      <dgm:spPr/>
    </dgm:pt>
    <dgm:pt modelId="{00E37AF5-1BC7-46E4-8CA9-443AD956FF98}" type="pres">
      <dgm:prSet presAssocID="{3DB4D9BE-B970-43EC-BA9D-7CDBA7401593}" presName="titleText" presStyleLbl="revTx" presStyleIdx="0" presStyleCnt="0">
        <dgm:presLayoutVars>
          <dgm:chMax val="0"/>
          <dgm:chPref val="0"/>
        </dgm:presLayoutVars>
      </dgm:prSet>
      <dgm:spPr/>
    </dgm:pt>
    <dgm:pt modelId="{2923EFF9-E1F5-4FBD-B505-CB0FEFDEFFD9}" type="pres">
      <dgm:prSet presAssocID="{3DB4D9BE-B970-43EC-BA9D-7CDBA7401593}" presName="dot" presStyleLbl="node1" presStyleIdx="1" presStyleCnt="5"/>
      <dgm:spPr>
        <a:solidFill>
          <a:srgbClr val="F15A2B"/>
        </a:solidFill>
        <a:ln>
          <a:solidFill>
            <a:srgbClr val="F15A2B"/>
          </a:solidFill>
        </a:ln>
      </dgm:spPr>
    </dgm:pt>
    <dgm:pt modelId="{01914B0D-531B-4378-9EA7-6B383B56B689}" type="pres">
      <dgm:prSet presAssocID="{3DB4D9BE-B970-43EC-BA9D-7CDBA7401593}" presName="descText" presStyleLbl="revTx" presStyleIdx="0" presStyleCnt="0">
        <dgm:presLayoutVars>
          <dgm:chMax val="0"/>
          <dgm:chPref val="0"/>
        </dgm:presLayoutVars>
      </dgm:prSet>
      <dgm:spPr/>
    </dgm:pt>
    <dgm:pt modelId="{816D25E9-6DDF-4A5E-AFA3-871845C2EEBE}" type="pres">
      <dgm:prSet presAssocID="{CE99695A-8295-4358-834B-F2B9BB2932C6}" presName="spacer" presStyleCnt="0"/>
      <dgm:spPr/>
    </dgm:pt>
    <dgm:pt modelId="{E3B1A941-5FB4-431B-8A49-AE9449DB4562}" type="pres">
      <dgm:prSet presAssocID="{867B599D-5A9B-4AD8-9CCF-6B7914FB833F}" presName="item" presStyleCnt="0"/>
      <dgm:spPr/>
    </dgm:pt>
    <dgm:pt modelId="{414AEB7C-57FA-4BE7-AD4D-06E46D877949}" type="pres">
      <dgm:prSet presAssocID="{867B599D-5A9B-4AD8-9CCF-6B7914FB833F}" presName="anchor" presStyleCnt="0"/>
      <dgm:spPr/>
    </dgm:pt>
    <dgm:pt modelId="{B62747D4-B964-45F3-9092-3114202CF210}" type="pres">
      <dgm:prSet presAssocID="{867B599D-5A9B-4AD8-9CCF-6B7914FB833F}" presName="titleText" presStyleLbl="revTx" presStyleIdx="0" presStyleCnt="0">
        <dgm:presLayoutVars>
          <dgm:chMax val="0"/>
          <dgm:chPref val="0"/>
        </dgm:presLayoutVars>
      </dgm:prSet>
      <dgm:spPr/>
    </dgm:pt>
    <dgm:pt modelId="{8A85570B-F346-45D4-8BBA-712C0F346DB6}" type="pres">
      <dgm:prSet presAssocID="{867B599D-5A9B-4AD8-9CCF-6B7914FB833F}" presName="dot" presStyleLbl="node1" presStyleIdx="2" presStyleCnt="5"/>
      <dgm:spPr>
        <a:solidFill>
          <a:srgbClr val="F15A2B"/>
        </a:solidFill>
        <a:ln>
          <a:solidFill>
            <a:srgbClr val="F15A2B"/>
          </a:solidFill>
        </a:ln>
      </dgm:spPr>
    </dgm:pt>
    <dgm:pt modelId="{5C64D4D4-76BD-47DD-A505-4BC10B6CF2AF}" type="pres">
      <dgm:prSet presAssocID="{867B599D-5A9B-4AD8-9CCF-6B7914FB833F}" presName="descText" presStyleLbl="revTx" presStyleIdx="0" presStyleCnt="0">
        <dgm:presLayoutVars>
          <dgm:chMax val="0"/>
          <dgm:chPref val="0"/>
        </dgm:presLayoutVars>
      </dgm:prSet>
      <dgm:spPr/>
    </dgm:pt>
    <dgm:pt modelId="{BBB0615D-E822-4E03-974E-4E9E499C995F}" type="pres">
      <dgm:prSet presAssocID="{F0BCC88F-5D50-4C90-B917-AEF814AB93BF}" presName="spacer" presStyleCnt="0"/>
      <dgm:spPr/>
    </dgm:pt>
    <dgm:pt modelId="{BB6014F4-387A-48A0-8546-2B6998E58E43}" type="pres">
      <dgm:prSet presAssocID="{1E59CF09-CC8F-4581-B07A-5FDF93A878C2}" presName="item" presStyleCnt="0"/>
      <dgm:spPr/>
    </dgm:pt>
    <dgm:pt modelId="{C9818645-2D7B-47D0-9CD3-A439845BA574}" type="pres">
      <dgm:prSet presAssocID="{1E59CF09-CC8F-4581-B07A-5FDF93A878C2}" presName="anchor" presStyleCnt="0"/>
      <dgm:spPr/>
    </dgm:pt>
    <dgm:pt modelId="{60A3B6D5-0F02-4A25-82BA-9649CE8A28A4}" type="pres">
      <dgm:prSet presAssocID="{1E59CF09-CC8F-4581-B07A-5FDF93A878C2}" presName="titleText" presStyleLbl="revTx" presStyleIdx="0" presStyleCnt="0">
        <dgm:presLayoutVars>
          <dgm:chMax val="0"/>
          <dgm:chPref val="0"/>
        </dgm:presLayoutVars>
      </dgm:prSet>
      <dgm:spPr/>
    </dgm:pt>
    <dgm:pt modelId="{F11FF043-ABD3-4B27-BEED-61AE0FB25240}" type="pres">
      <dgm:prSet presAssocID="{1E59CF09-CC8F-4581-B07A-5FDF93A878C2}" presName="dot" presStyleLbl="node1" presStyleIdx="3" presStyleCnt="5"/>
      <dgm:spPr>
        <a:solidFill>
          <a:srgbClr val="F15A2B"/>
        </a:solidFill>
        <a:ln>
          <a:solidFill>
            <a:srgbClr val="F15A2B"/>
          </a:solidFill>
        </a:ln>
      </dgm:spPr>
    </dgm:pt>
    <dgm:pt modelId="{12337C28-AC3C-46E3-99CD-9150171B958D}" type="pres">
      <dgm:prSet presAssocID="{1E59CF09-CC8F-4581-B07A-5FDF93A878C2}" presName="descText" presStyleLbl="revTx" presStyleIdx="0" presStyleCnt="0">
        <dgm:presLayoutVars>
          <dgm:chMax val="0"/>
          <dgm:chPref val="0"/>
        </dgm:presLayoutVars>
      </dgm:prSet>
      <dgm:spPr/>
    </dgm:pt>
    <dgm:pt modelId="{17EB06B3-6A09-4D92-B69C-3A4868FE0FF0}" type="pres">
      <dgm:prSet presAssocID="{7A3CC4BF-8FB1-41AC-A9E5-3C5A4649DB7C}" presName="spacer" presStyleCnt="0"/>
      <dgm:spPr/>
    </dgm:pt>
    <dgm:pt modelId="{0EBC9579-785D-4763-8C0F-C674ED2F03CD}" type="pres">
      <dgm:prSet presAssocID="{04BD9E29-7B62-4E7E-8800-3A4E2BB8EDF4}" presName="item" presStyleCnt="0"/>
      <dgm:spPr/>
    </dgm:pt>
    <dgm:pt modelId="{ED2A04D5-CF84-469D-9987-9E55E2804B5F}" type="pres">
      <dgm:prSet presAssocID="{04BD9E29-7B62-4E7E-8800-3A4E2BB8EDF4}" presName="anchor" presStyleCnt="0"/>
      <dgm:spPr/>
    </dgm:pt>
    <dgm:pt modelId="{D7F595D5-CED1-4432-A0E8-BF81516ACCFC}" type="pres">
      <dgm:prSet presAssocID="{04BD9E29-7B62-4E7E-8800-3A4E2BB8EDF4}" presName="titleText" presStyleLbl="revTx" presStyleIdx="0" presStyleCnt="0">
        <dgm:presLayoutVars>
          <dgm:chMax val="0"/>
          <dgm:chPref val="0"/>
        </dgm:presLayoutVars>
      </dgm:prSet>
      <dgm:spPr/>
    </dgm:pt>
    <dgm:pt modelId="{DF12A896-4150-427C-A99C-5160DD8B4EBF}" type="pres">
      <dgm:prSet presAssocID="{04BD9E29-7B62-4E7E-8800-3A4E2BB8EDF4}" presName="dot" presStyleLbl="node1" presStyleIdx="4" presStyleCnt="5"/>
      <dgm:spPr>
        <a:solidFill>
          <a:srgbClr val="F15A2B"/>
        </a:solidFill>
        <a:ln>
          <a:solidFill>
            <a:srgbClr val="F15A2B"/>
          </a:solidFill>
        </a:ln>
      </dgm:spPr>
    </dgm:pt>
    <dgm:pt modelId="{C680E445-16DC-4626-ADDE-08194AB5E722}" type="pres">
      <dgm:prSet presAssocID="{04BD9E29-7B62-4E7E-8800-3A4E2BB8EDF4}" presName="descText" presStyleLbl="revTx" presStyleIdx="0" presStyleCnt="0">
        <dgm:presLayoutVars>
          <dgm:chMax val="0"/>
          <dgm:chPref val="0"/>
        </dgm:presLayoutVars>
      </dgm:prSet>
      <dgm:spPr/>
    </dgm:pt>
  </dgm:ptLst>
  <dgm:cxnLst>
    <dgm:cxn modelId="{D5F0ED01-82BB-41EE-B99F-468535EBE884}" srcId="{3DB4D9BE-B970-43EC-BA9D-7CDBA7401593}" destId="{73DD6DFA-D9DB-4FDA-A3C8-BBDAFB801D7B}" srcOrd="1" destOrd="0" parTransId="{224F2211-6E55-4683-ADD5-7AE231807093}" sibTransId="{1BDB0FD8-D6E8-4206-87EA-CCF6DB18528A}"/>
    <dgm:cxn modelId="{3B2E1808-091D-44C1-8EFE-8B53223701E3}" type="presOf" srcId="{3DB4D9BE-B970-43EC-BA9D-7CDBA7401593}" destId="{00E37AF5-1BC7-46E4-8CA9-443AD956FF98}" srcOrd="0" destOrd="0" presId="urn:microsoft.com/office/officeart/2026/layout/SmallDotsHorizontal#3"/>
    <dgm:cxn modelId="{64662F3A-3BFC-4EBB-9669-E1055AFFC6CE}" srcId="{867B599D-5A9B-4AD8-9CCF-6B7914FB833F}" destId="{E0DB13A8-627A-42D0-8D7B-E399CB73BC64}" srcOrd="1" destOrd="0" parTransId="{A10DF982-282F-4AE9-84D7-65BFC28DA61D}" sibTransId="{BE8E55A5-C5CB-4FC0-81D2-B7D00DE6E318}"/>
    <dgm:cxn modelId="{C3796464-A08F-4882-9E98-E136ECC6BDB8}" type="presOf" srcId="{93490FCA-5FB5-459E-A86B-CD4A20E38BE6}" destId="{12337C28-AC3C-46E3-99CD-9150171B958D}" srcOrd="0" destOrd="1" presId="urn:microsoft.com/office/officeart/2026/layout/SmallDotsHorizontal#3"/>
    <dgm:cxn modelId="{37DAE069-0C7E-4ED8-8B45-BA8B44C47584}" type="presOf" srcId="{9CF7E0B2-33E4-4819-95EA-36EBD25E9DA5}" destId="{5C64D4D4-76BD-47DD-A505-4BC10B6CF2AF}" srcOrd="0" destOrd="0" presId="urn:microsoft.com/office/officeart/2026/layout/SmallDotsHorizontal#3"/>
    <dgm:cxn modelId="{B1DE4056-25CB-46A3-BB22-265B848662D3}" type="presOf" srcId="{087CBE54-0FA7-48E9-9A33-CF0316C1250F}" destId="{19377573-A957-473B-B3E6-F723E8495EEE}" srcOrd="0" destOrd="0" presId="urn:microsoft.com/office/officeart/2026/layout/SmallDotsHorizontal#3"/>
    <dgm:cxn modelId="{08EE8D7D-DAF6-4FCB-B984-F2EB46E48B7B}" type="presOf" srcId="{F898A723-9D82-4DD2-949B-3CF81BF8ED78}" destId="{01914B0D-531B-4378-9EA7-6B383B56B689}" srcOrd="0" destOrd="0" presId="urn:microsoft.com/office/officeart/2026/layout/SmallDotsHorizontal#3"/>
    <dgm:cxn modelId="{ABDAA58C-6F2F-42A2-AE00-D607DC65EBC0}" srcId="{1E59CF09-CC8F-4581-B07A-5FDF93A878C2}" destId="{0F1E18C6-41A3-4138-92F8-821950C93D2A}" srcOrd="0" destOrd="0" parTransId="{7EC5D2F7-6E08-431B-A213-30D24073DC74}" sibTransId="{1848447C-EDC9-487E-8E69-6AC068E11F4E}"/>
    <dgm:cxn modelId="{F723A792-7F6A-4ADF-90C2-526AB0B9099B}" type="presOf" srcId="{A43E42F3-6730-4477-B7B9-1840AC909772}" destId="{8164866B-6473-4995-B21B-4926D1C2D9D7}" srcOrd="0" destOrd="0" presId="urn:microsoft.com/office/officeart/2026/layout/SmallDotsHorizontal#3"/>
    <dgm:cxn modelId="{EF2A0395-CE10-4479-8DC2-6B6F075B81EF}" srcId="{A43E42F3-6730-4477-B7B9-1840AC909772}" destId="{638EF9D1-5BB1-4C86-9FAA-30245A1D4AF6}" srcOrd="0" destOrd="0" parTransId="{125660C6-DFF2-417F-B3C6-A0DB8959A2F6}" sibTransId="{57BA465D-5907-49AB-8C89-B98D74B42710}"/>
    <dgm:cxn modelId="{FF29579E-90FD-487B-97D6-8CFF66373A67}" srcId="{1E59CF09-CC8F-4581-B07A-5FDF93A878C2}" destId="{93490FCA-5FB5-459E-A86B-CD4A20E38BE6}" srcOrd="1" destOrd="0" parTransId="{789C7281-70BD-497C-98FB-03EF72F2929A}" sibTransId="{5708051C-8D9C-4635-92B4-7B3A186ED056}"/>
    <dgm:cxn modelId="{571BECA0-3704-4ED4-B976-9ABCBB864313}" type="presOf" srcId="{27568A14-EC93-41F7-8449-D3A7DBE0C0FC}" destId="{C680E445-16DC-4626-ADDE-08194AB5E722}" srcOrd="0" destOrd="0" presId="urn:microsoft.com/office/officeart/2026/layout/SmallDotsHorizontal#3"/>
    <dgm:cxn modelId="{24588FA9-47E5-4363-B782-594F92B7DD33}" srcId="{3DB4D9BE-B970-43EC-BA9D-7CDBA7401593}" destId="{F898A723-9D82-4DD2-949B-3CF81BF8ED78}" srcOrd="0" destOrd="0" parTransId="{8DBACD7E-A6FB-4A15-BE13-EF603BB86B67}" sibTransId="{FF48A036-08DC-4D2F-91A7-454DE95EF37D}"/>
    <dgm:cxn modelId="{6DC400AC-67C0-4141-B0F0-6DB6C812AF70}" srcId="{087CBE54-0FA7-48E9-9A33-CF0316C1250F}" destId="{3DB4D9BE-B970-43EC-BA9D-7CDBA7401593}" srcOrd="1" destOrd="0" parTransId="{BF0B0956-6220-48CD-87A0-BCDE63BB34EC}" sibTransId="{CE99695A-8295-4358-834B-F2B9BB2932C6}"/>
    <dgm:cxn modelId="{9CA308AC-0AEF-4CED-8620-F408A343F159}" type="presOf" srcId="{7D19CF29-5006-474E-801D-4295A5CEEBCB}" destId="{C680E445-16DC-4626-ADDE-08194AB5E722}" srcOrd="0" destOrd="1" presId="urn:microsoft.com/office/officeart/2026/layout/SmallDotsHorizontal#3"/>
    <dgm:cxn modelId="{AC54B2AD-462E-474A-B3EF-064BD1D08615}" type="presOf" srcId="{04BD9E29-7B62-4E7E-8800-3A4E2BB8EDF4}" destId="{D7F595D5-CED1-4432-A0E8-BF81516ACCFC}" srcOrd="0" destOrd="0" presId="urn:microsoft.com/office/officeart/2026/layout/SmallDotsHorizontal#3"/>
    <dgm:cxn modelId="{AA17C1B4-E553-4F3C-8C42-D4D1DA1BD466}" type="presOf" srcId="{1E59CF09-CC8F-4581-B07A-5FDF93A878C2}" destId="{60A3B6D5-0F02-4A25-82BA-9649CE8A28A4}" srcOrd="0" destOrd="0" presId="urn:microsoft.com/office/officeart/2026/layout/SmallDotsHorizontal#3"/>
    <dgm:cxn modelId="{BE2750C1-3C2C-4A81-9BF1-911B988DB5E1}" srcId="{087CBE54-0FA7-48E9-9A33-CF0316C1250F}" destId="{867B599D-5A9B-4AD8-9CCF-6B7914FB833F}" srcOrd="2" destOrd="0" parTransId="{BFBCB1EE-CE10-4B7D-8EC5-1B31EEEBEF79}" sibTransId="{F0BCC88F-5D50-4C90-B917-AEF814AB93BF}"/>
    <dgm:cxn modelId="{0F0A17C7-CAAC-48A4-BEE4-7404F11D6AB0}" type="presOf" srcId="{73DD6DFA-D9DB-4FDA-A3C8-BBDAFB801D7B}" destId="{01914B0D-531B-4378-9EA7-6B383B56B689}" srcOrd="0" destOrd="1" presId="urn:microsoft.com/office/officeart/2026/layout/SmallDotsHorizontal#3"/>
    <dgm:cxn modelId="{92957FC8-5582-40CA-B46D-87FC6823C6DC}" type="presOf" srcId="{0F1E18C6-41A3-4138-92F8-821950C93D2A}" destId="{12337C28-AC3C-46E3-99CD-9150171B958D}" srcOrd="0" destOrd="0" presId="urn:microsoft.com/office/officeart/2026/layout/SmallDotsHorizontal#3"/>
    <dgm:cxn modelId="{DCEFBFCA-0675-4FA9-8711-0FAB29F75A27}" srcId="{04BD9E29-7B62-4E7E-8800-3A4E2BB8EDF4}" destId="{7D19CF29-5006-474E-801D-4295A5CEEBCB}" srcOrd="1" destOrd="0" parTransId="{26E196EE-2CB1-4BE0-A59E-5F73FE1A4B1A}" sibTransId="{BAFBC864-09FE-492D-AE3D-C9982A6D38FC}"/>
    <dgm:cxn modelId="{A4ACE9CA-762D-472B-9BB3-6B76FDC1A0DF}" type="presOf" srcId="{E0DB13A8-627A-42D0-8D7B-E399CB73BC64}" destId="{5C64D4D4-76BD-47DD-A505-4BC10B6CF2AF}" srcOrd="0" destOrd="1" presId="urn:microsoft.com/office/officeart/2026/layout/SmallDotsHorizontal#3"/>
    <dgm:cxn modelId="{44F706CF-18E2-4E88-B745-C0173697F660}" srcId="{A43E42F3-6730-4477-B7B9-1840AC909772}" destId="{9BFB5FBA-6B85-464A-9561-1DAFAAC76564}" srcOrd="1" destOrd="0" parTransId="{9369D395-60B0-42C1-B716-6CDA89759E77}" sibTransId="{6B2C0DBF-4CB8-44D9-B4F2-78352794B755}"/>
    <dgm:cxn modelId="{985B14D3-95FB-4CBF-8336-76818BF8D56B}" srcId="{087CBE54-0FA7-48E9-9A33-CF0316C1250F}" destId="{1E59CF09-CC8F-4581-B07A-5FDF93A878C2}" srcOrd="3" destOrd="0" parTransId="{E1E9EE97-4BFE-488C-AA5E-942ED7712D34}" sibTransId="{7A3CC4BF-8FB1-41AC-A9E5-3C5A4649DB7C}"/>
    <dgm:cxn modelId="{28A28ADA-4E50-4FB9-868A-5E55A0FB14D0}" srcId="{867B599D-5A9B-4AD8-9CCF-6B7914FB833F}" destId="{9CF7E0B2-33E4-4819-95EA-36EBD25E9DA5}" srcOrd="0" destOrd="0" parTransId="{9CFD6516-851C-4322-9CE1-E26D5731E64F}" sibTransId="{68AAC71D-1A9C-4124-8D5C-B0B0A5F10391}"/>
    <dgm:cxn modelId="{331239E4-7697-4905-BE50-B7AFBFD720B6}" type="presOf" srcId="{9BFB5FBA-6B85-464A-9561-1DAFAAC76564}" destId="{52E1B4E8-F8EF-4251-8DA9-A32619247B58}" srcOrd="0" destOrd="1" presId="urn:microsoft.com/office/officeart/2026/layout/SmallDotsHorizontal#3"/>
    <dgm:cxn modelId="{989E79ED-789D-4B18-973C-7FDB450E0495}" type="presOf" srcId="{638EF9D1-5BB1-4C86-9FAA-30245A1D4AF6}" destId="{52E1B4E8-F8EF-4251-8DA9-A32619247B58}" srcOrd="0" destOrd="0" presId="urn:microsoft.com/office/officeart/2026/layout/SmallDotsHorizontal#3"/>
    <dgm:cxn modelId="{331751F0-359F-49F9-B0CD-423FE26575BD}" type="presOf" srcId="{867B599D-5A9B-4AD8-9CCF-6B7914FB833F}" destId="{B62747D4-B964-45F3-9092-3114202CF210}" srcOrd="0" destOrd="0" presId="urn:microsoft.com/office/officeart/2026/layout/SmallDotsHorizontal#3"/>
    <dgm:cxn modelId="{DF2D01F5-57D6-4BC3-BB25-9066E04549DC}" srcId="{087CBE54-0FA7-48E9-9A33-CF0316C1250F}" destId="{04BD9E29-7B62-4E7E-8800-3A4E2BB8EDF4}" srcOrd="4" destOrd="0" parTransId="{3F913E93-682A-4E13-832C-C36A303AD8D0}" sibTransId="{AEEC50AE-F5ED-4C20-86BD-7E051D7FC6C0}"/>
    <dgm:cxn modelId="{F999F1F5-19C3-4BAB-8B2F-A69917AC2935}" srcId="{087CBE54-0FA7-48E9-9A33-CF0316C1250F}" destId="{A43E42F3-6730-4477-B7B9-1840AC909772}" srcOrd="0" destOrd="0" parTransId="{7F3A68AF-1776-4CE1-A541-F8BC1F2DE435}" sibTransId="{4C4AAB46-AE98-4D80-BB5B-8BC6DCE0EF54}"/>
    <dgm:cxn modelId="{4E5F2DFF-EEE5-41F2-8002-E7B51889423E}" srcId="{04BD9E29-7B62-4E7E-8800-3A4E2BB8EDF4}" destId="{27568A14-EC93-41F7-8449-D3A7DBE0C0FC}" srcOrd="0" destOrd="0" parTransId="{4FE78544-5738-4C6A-A99E-77D4C397FA30}" sibTransId="{35287E4E-DDC6-48C4-A1DC-86101FEB2DB1}"/>
    <dgm:cxn modelId="{BC8374C6-AC07-409F-AC79-978E74C18910}" type="presParOf" srcId="{19377573-A957-473B-B3E6-F723E8495EEE}" destId="{60E83D5F-C08C-43B4-BC76-2C9C30C2E948}" srcOrd="0" destOrd="0" presId="urn:microsoft.com/office/officeart/2026/layout/SmallDotsHorizontal#3"/>
    <dgm:cxn modelId="{E4EEE608-CEEE-4A72-9F57-F3AFA6EE78D3}" type="presParOf" srcId="{19377573-A957-473B-B3E6-F723E8495EEE}" destId="{307CF421-CB2B-4B60-91EE-0EEDFD9D2A24}" srcOrd="1" destOrd="0" presId="urn:microsoft.com/office/officeart/2026/layout/SmallDotsHorizontal#3"/>
    <dgm:cxn modelId="{CAEC9AC3-54AB-4C8D-A96F-1513F32ED6E3}" type="presParOf" srcId="{307CF421-CB2B-4B60-91EE-0EEDFD9D2A24}" destId="{C8BCEE3E-FB38-42AB-A256-03A387796F48}" srcOrd="0" destOrd="0" presId="urn:microsoft.com/office/officeart/2026/layout/SmallDotsHorizontal#3"/>
    <dgm:cxn modelId="{986696DB-B412-445E-9689-9BC75C6899BB}" type="presParOf" srcId="{C8BCEE3E-FB38-42AB-A256-03A387796F48}" destId="{B9D4521B-3F47-4ED3-BDBF-62F69CFB6499}" srcOrd="0" destOrd="0" presId="urn:microsoft.com/office/officeart/2026/layout/SmallDotsHorizontal#3"/>
    <dgm:cxn modelId="{AEF8AC37-EE6D-4FEE-8C76-CAAD58660633}" type="presParOf" srcId="{C8BCEE3E-FB38-42AB-A256-03A387796F48}" destId="{8164866B-6473-4995-B21B-4926D1C2D9D7}" srcOrd="1" destOrd="0" presId="urn:microsoft.com/office/officeart/2026/layout/SmallDotsHorizontal#3"/>
    <dgm:cxn modelId="{278B68FB-B7CC-44FB-BBCA-26BF682841EE}" type="presParOf" srcId="{C8BCEE3E-FB38-42AB-A256-03A387796F48}" destId="{EA2DEF03-E38E-4E32-A99E-3A48AAB47E53}" srcOrd="2" destOrd="0" presId="urn:microsoft.com/office/officeart/2026/layout/SmallDotsHorizontal#3"/>
    <dgm:cxn modelId="{C97395AF-7FA8-43ED-8841-A3F378A11F1D}" type="presParOf" srcId="{C8BCEE3E-FB38-42AB-A256-03A387796F48}" destId="{52E1B4E8-F8EF-4251-8DA9-A32619247B58}" srcOrd="3" destOrd="0" presId="urn:microsoft.com/office/officeart/2026/layout/SmallDotsHorizontal#3"/>
    <dgm:cxn modelId="{9C6C3950-0772-40CC-A38C-5609026EE5FE}" type="presParOf" srcId="{307CF421-CB2B-4B60-91EE-0EEDFD9D2A24}" destId="{B6DB484F-2042-4E1D-BCD1-FDC2E5861AFC}" srcOrd="1" destOrd="0" presId="urn:microsoft.com/office/officeart/2026/layout/SmallDotsHorizontal#3"/>
    <dgm:cxn modelId="{04280CB8-0DA9-49D5-ACE8-33CBE3C64B13}" type="presParOf" srcId="{307CF421-CB2B-4B60-91EE-0EEDFD9D2A24}" destId="{7E7C61AE-B809-47E8-B8A3-CD182B0781BA}" srcOrd="2" destOrd="0" presId="urn:microsoft.com/office/officeart/2026/layout/SmallDotsHorizontal#3"/>
    <dgm:cxn modelId="{5CBDA512-8C17-493E-B6E4-EDFF376151BC}" type="presParOf" srcId="{7E7C61AE-B809-47E8-B8A3-CD182B0781BA}" destId="{0C4C43A5-5108-449A-846C-23646240F35F}" srcOrd="0" destOrd="0" presId="urn:microsoft.com/office/officeart/2026/layout/SmallDotsHorizontal#3"/>
    <dgm:cxn modelId="{FAF19E21-7585-4C42-918D-5887DA5C0F89}" type="presParOf" srcId="{7E7C61AE-B809-47E8-B8A3-CD182B0781BA}" destId="{00E37AF5-1BC7-46E4-8CA9-443AD956FF98}" srcOrd="1" destOrd="0" presId="urn:microsoft.com/office/officeart/2026/layout/SmallDotsHorizontal#3"/>
    <dgm:cxn modelId="{B43B295C-5394-48BB-9BB9-26B275A05C90}" type="presParOf" srcId="{7E7C61AE-B809-47E8-B8A3-CD182B0781BA}" destId="{2923EFF9-E1F5-4FBD-B505-CB0FEFDEFFD9}" srcOrd="2" destOrd="0" presId="urn:microsoft.com/office/officeart/2026/layout/SmallDotsHorizontal#3"/>
    <dgm:cxn modelId="{08E10035-9FEC-49FF-BB2D-99D1911FB874}" type="presParOf" srcId="{7E7C61AE-B809-47E8-B8A3-CD182B0781BA}" destId="{01914B0D-531B-4378-9EA7-6B383B56B689}" srcOrd="3" destOrd="0" presId="urn:microsoft.com/office/officeart/2026/layout/SmallDotsHorizontal#3"/>
    <dgm:cxn modelId="{40AC3E51-C865-4145-8547-91A994DB97FC}" type="presParOf" srcId="{307CF421-CB2B-4B60-91EE-0EEDFD9D2A24}" destId="{816D25E9-6DDF-4A5E-AFA3-871845C2EEBE}" srcOrd="3" destOrd="0" presId="urn:microsoft.com/office/officeart/2026/layout/SmallDotsHorizontal#3"/>
    <dgm:cxn modelId="{E1B93350-860D-48A9-9460-C6317B0E35F8}" type="presParOf" srcId="{307CF421-CB2B-4B60-91EE-0EEDFD9D2A24}" destId="{E3B1A941-5FB4-431B-8A49-AE9449DB4562}" srcOrd="4" destOrd="0" presId="urn:microsoft.com/office/officeart/2026/layout/SmallDotsHorizontal#3"/>
    <dgm:cxn modelId="{5A05D526-0192-42E1-BA50-44B25BCE2685}" type="presParOf" srcId="{E3B1A941-5FB4-431B-8A49-AE9449DB4562}" destId="{414AEB7C-57FA-4BE7-AD4D-06E46D877949}" srcOrd="0" destOrd="0" presId="urn:microsoft.com/office/officeart/2026/layout/SmallDotsHorizontal#3"/>
    <dgm:cxn modelId="{85ACCB73-B97B-4C81-AC5B-A04FF5B20C9D}" type="presParOf" srcId="{E3B1A941-5FB4-431B-8A49-AE9449DB4562}" destId="{B62747D4-B964-45F3-9092-3114202CF210}" srcOrd="1" destOrd="0" presId="urn:microsoft.com/office/officeart/2026/layout/SmallDotsHorizontal#3"/>
    <dgm:cxn modelId="{3AEE0A7D-65C2-4438-A55D-18DA5D43C6C0}" type="presParOf" srcId="{E3B1A941-5FB4-431B-8A49-AE9449DB4562}" destId="{8A85570B-F346-45D4-8BBA-712C0F346DB6}" srcOrd="2" destOrd="0" presId="urn:microsoft.com/office/officeart/2026/layout/SmallDotsHorizontal#3"/>
    <dgm:cxn modelId="{92035EC1-0CCC-473D-A470-9BC0A98A2CE3}" type="presParOf" srcId="{E3B1A941-5FB4-431B-8A49-AE9449DB4562}" destId="{5C64D4D4-76BD-47DD-A505-4BC10B6CF2AF}" srcOrd="3" destOrd="0" presId="urn:microsoft.com/office/officeart/2026/layout/SmallDotsHorizontal#3"/>
    <dgm:cxn modelId="{4DFB101C-1D83-4162-BBA6-B7BAA6BB87F1}" type="presParOf" srcId="{307CF421-CB2B-4B60-91EE-0EEDFD9D2A24}" destId="{BBB0615D-E822-4E03-974E-4E9E499C995F}" srcOrd="5" destOrd="0" presId="urn:microsoft.com/office/officeart/2026/layout/SmallDotsHorizontal#3"/>
    <dgm:cxn modelId="{93BEF040-C6D2-448E-84CD-D796776F3322}" type="presParOf" srcId="{307CF421-CB2B-4B60-91EE-0EEDFD9D2A24}" destId="{BB6014F4-387A-48A0-8546-2B6998E58E43}" srcOrd="6" destOrd="0" presId="urn:microsoft.com/office/officeart/2026/layout/SmallDotsHorizontal#3"/>
    <dgm:cxn modelId="{C3DA1221-BC27-4CF8-9F91-57D61F442582}" type="presParOf" srcId="{BB6014F4-387A-48A0-8546-2B6998E58E43}" destId="{C9818645-2D7B-47D0-9CD3-A439845BA574}" srcOrd="0" destOrd="0" presId="urn:microsoft.com/office/officeart/2026/layout/SmallDotsHorizontal#3"/>
    <dgm:cxn modelId="{09DC4756-65F8-45BD-87F0-72558178AEB9}" type="presParOf" srcId="{BB6014F4-387A-48A0-8546-2B6998E58E43}" destId="{60A3B6D5-0F02-4A25-82BA-9649CE8A28A4}" srcOrd="1" destOrd="0" presId="urn:microsoft.com/office/officeart/2026/layout/SmallDotsHorizontal#3"/>
    <dgm:cxn modelId="{E24304FC-2034-4B22-9104-59930FC9B392}" type="presParOf" srcId="{BB6014F4-387A-48A0-8546-2B6998E58E43}" destId="{F11FF043-ABD3-4B27-BEED-61AE0FB25240}" srcOrd="2" destOrd="0" presId="urn:microsoft.com/office/officeart/2026/layout/SmallDotsHorizontal#3"/>
    <dgm:cxn modelId="{9555DA0E-CA47-4402-B1B8-5AEFB27C19A2}" type="presParOf" srcId="{BB6014F4-387A-48A0-8546-2B6998E58E43}" destId="{12337C28-AC3C-46E3-99CD-9150171B958D}" srcOrd="3" destOrd="0" presId="urn:microsoft.com/office/officeart/2026/layout/SmallDotsHorizontal#3"/>
    <dgm:cxn modelId="{3DBFD150-FB27-4A66-8163-F0D895AA47CD}" type="presParOf" srcId="{307CF421-CB2B-4B60-91EE-0EEDFD9D2A24}" destId="{17EB06B3-6A09-4D92-B69C-3A4868FE0FF0}" srcOrd="7" destOrd="0" presId="urn:microsoft.com/office/officeart/2026/layout/SmallDotsHorizontal#3"/>
    <dgm:cxn modelId="{E254DAE4-11BF-4F31-8CF8-7B12F2BAA733}" type="presParOf" srcId="{307CF421-CB2B-4B60-91EE-0EEDFD9D2A24}" destId="{0EBC9579-785D-4763-8C0F-C674ED2F03CD}" srcOrd="8" destOrd="0" presId="urn:microsoft.com/office/officeart/2026/layout/SmallDotsHorizontal#3"/>
    <dgm:cxn modelId="{6A24B30D-D5F0-474A-844E-E61279DD287E}" type="presParOf" srcId="{0EBC9579-785D-4763-8C0F-C674ED2F03CD}" destId="{ED2A04D5-CF84-469D-9987-9E55E2804B5F}" srcOrd="0" destOrd="0" presId="urn:microsoft.com/office/officeart/2026/layout/SmallDotsHorizontal#3"/>
    <dgm:cxn modelId="{C63A562C-3605-492A-9027-2825D8EE70D9}" type="presParOf" srcId="{0EBC9579-785D-4763-8C0F-C674ED2F03CD}" destId="{D7F595D5-CED1-4432-A0E8-BF81516ACCFC}" srcOrd="1" destOrd="0" presId="urn:microsoft.com/office/officeart/2026/layout/SmallDotsHorizontal#3"/>
    <dgm:cxn modelId="{54CB6BC9-91D6-4076-8F1A-08C2C10A5ADE}" type="presParOf" srcId="{0EBC9579-785D-4763-8C0F-C674ED2F03CD}" destId="{DF12A896-4150-427C-A99C-5160DD8B4EBF}" srcOrd="2" destOrd="0" presId="urn:microsoft.com/office/officeart/2026/layout/SmallDotsHorizontal#3"/>
    <dgm:cxn modelId="{7B0ADAB3-99DF-4378-825C-24A4658D2BAB}" type="presParOf" srcId="{0EBC9579-785D-4763-8C0F-C674ED2F03CD}" destId="{C680E445-16DC-4626-ADDE-08194AB5E722}" srcOrd="3" destOrd="0" presId="urn:microsoft.com/office/officeart/2026/layout/SmallDotsHorizontal#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D1D635AC-6C42-4AB6-A4FE-29FFB2B82058}" type="doc">
      <dgm:prSet loTypeId="urn:microsoft.com/office/officeart/2005/8/layout/cycle3" loCatId="cycle" qsTypeId="urn:microsoft.com/office/officeart/2005/8/quickstyle/simple1#6" qsCatId="simple" csTypeId="urn:microsoft.com/office/officeart/2005/8/colors/accent1_2#6" csCatId="accent1" phldr="1"/>
      <dgm:spPr/>
      <dgm:t>
        <a:bodyPr/>
        <a:lstStyle/>
        <a:p>
          <a:endParaRPr lang="en-IN"/>
        </a:p>
      </dgm:t>
    </dgm:pt>
    <dgm:pt modelId="{EDD74824-780F-4FFD-A79E-BABC476B1D14}">
      <dgm:prSet phldrT="[Text]"/>
      <dgm:spPr>
        <a:xfrm>
          <a:off x="2534652" y="565565"/>
          <a:ext cx="997329" cy="498664"/>
        </a:xfrm>
        <a:noFill/>
        <a:ln w="19050" cap="flat" cmpd="sng" algn="ctr">
          <a:solidFill>
            <a:schemeClr val="bg1"/>
          </a:solidFill>
          <a:prstDash val="solid"/>
          <a:miter lim="800000"/>
        </a:ln>
        <a:effectLst/>
      </dgm:spPr>
      <dgm:t>
        <a:bodyPr/>
        <a:lstStyle/>
        <a:p>
          <a:pPr>
            <a:buNone/>
          </a:pPr>
          <a:r>
            <a:rPr lang="en-US" b="1" dirty="0">
              <a:solidFill>
                <a:srgbClr val="F15A2B"/>
              </a:solidFill>
              <a:latin typeface="Roboto" panose="02000000000000000000" pitchFamily="2" charset="0"/>
              <a:ea typeface="Roboto" panose="02000000000000000000" pitchFamily="2" charset="0"/>
              <a:cs typeface="Roboto" panose="02000000000000000000" pitchFamily="2" charset="0"/>
            </a:rPr>
            <a:t>Press Shop</a:t>
          </a:r>
          <a:endParaRPr lang="en-IN" dirty="0">
            <a:solidFill>
              <a:srgbClr val="F15A2B"/>
            </a:solidFill>
            <a:latin typeface="Roboto" panose="02000000000000000000" pitchFamily="2" charset="0"/>
            <a:ea typeface="Roboto" panose="02000000000000000000" pitchFamily="2" charset="0"/>
            <a:cs typeface="Roboto" panose="02000000000000000000" pitchFamily="2" charset="0"/>
          </a:endParaRPr>
        </a:p>
      </dgm:t>
    </dgm:pt>
    <dgm:pt modelId="{4CC20B6D-89DE-43E4-A70C-17BB9D8D2AB0}" type="parTrans" cxnId="{C1560885-5709-4B59-A81D-AD0ED9102504}">
      <dgm:prSet/>
      <dgm:spPr/>
      <dgm:t>
        <a:bodyPr/>
        <a:lstStyle/>
        <a:p>
          <a:endParaRPr lang="en-IN"/>
        </a:p>
      </dgm:t>
    </dgm:pt>
    <dgm:pt modelId="{9235B6ED-E984-43A6-8C3C-7B623147EBE5}" type="sibTrans" cxnId="{C1560885-5709-4B59-A81D-AD0ED9102504}">
      <dgm:prSet/>
      <dgm:spPr/>
      <dgm:t>
        <a:bodyPr/>
        <a:lstStyle/>
        <a:p>
          <a:endParaRPr lang="en-IN"/>
        </a:p>
      </dgm:t>
    </dgm:pt>
    <dgm:pt modelId="{57FE21AD-528B-484B-B732-95CA49AFE4DE}">
      <dgm:prSet phldrT="[Text]"/>
      <dgm:spPr>
        <a:xfrm>
          <a:off x="577738" y="1695390"/>
          <a:ext cx="997329" cy="498664"/>
        </a:xfrm>
        <a:noFill/>
        <a:ln w="19050" cap="flat" cmpd="sng" algn="ctr">
          <a:solidFill>
            <a:schemeClr val="bg1"/>
          </a:solidFill>
          <a:prstDash val="solid"/>
          <a:miter lim="800000"/>
        </a:ln>
        <a:effectLst/>
      </dgm:spPr>
      <dgm:t>
        <a:bodyPr/>
        <a:lstStyle/>
        <a:p>
          <a:pPr>
            <a:buNone/>
          </a:pPr>
          <a:r>
            <a:rPr lang="en-US" b="1" dirty="0">
              <a:solidFill>
                <a:srgbClr val="F15A2B"/>
              </a:solidFill>
              <a:latin typeface="Roboto" panose="02000000000000000000" pitchFamily="2" charset="0"/>
              <a:ea typeface="Roboto" panose="02000000000000000000" pitchFamily="2" charset="0"/>
              <a:cs typeface="Roboto" panose="02000000000000000000" pitchFamily="2" charset="0"/>
            </a:rPr>
            <a:t>Inspection</a:t>
          </a:r>
          <a:endParaRPr lang="en-IN" dirty="0">
            <a:solidFill>
              <a:srgbClr val="F15A2B"/>
            </a:solidFill>
            <a:latin typeface="Roboto" panose="02000000000000000000" pitchFamily="2" charset="0"/>
            <a:ea typeface="Roboto" panose="02000000000000000000" pitchFamily="2" charset="0"/>
            <a:cs typeface="Roboto" panose="02000000000000000000" pitchFamily="2" charset="0"/>
          </a:endParaRPr>
        </a:p>
      </dgm:t>
    </dgm:pt>
    <dgm:pt modelId="{EE84C658-61D4-43FC-8B1B-927552D331BB}" type="parTrans" cxnId="{DB38E3B0-35F4-4EC4-ABBC-F123CD4C4162}">
      <dgm:prSet/>
      <dgm:spPr/>
      <dgm:t>
        <a:bodyPr/>
        <a:lstStyle/>
        <a:p>
          <a:endParaRPr lang="en-IN"/>
        </a:p>
      </dgm:t>
    </dgm:pt>
    <dgm:pt modelId="{65F5D56B-DD14-4BC2-8E83-642E131D8D5D}" type="sibTrans" cxnId="{DB38E3B0-35F4-4EC4-ABBC-F123CD4C4162}">
      <dgm:prSet/>
      <dgm:spPr/>
      <dgm:t>
        <a:bodyPr/>
        <a:lstStyle/>
        <a:p>
          <a:endParaRPr lang="en-IN"/>
        </a:p>
      </dgm:t>
    </dgm:pt>
    <dgm:pt modelId="{68E24830-AC8D-44BE-B0ED-4441C1F90AE5}">
      <dgm:prSet phldrT="[Text]"/>
      <dgm:spPr>
        <a:xfrm>
          <a:off x="577738" y="565565"/>
          <a:ext cx="997329" cy="498664"/>
        </a:xfrm>
        <a:noFill/>
        <a:ln w="19050" cap="flat" cmpd="sng" algn="ctr">
          <a:solidFill>
            <a:schemeClr val="bg1"/>
          </a:solidFill>
          <a:prstDash val="solid"/>
          <a:miter lim="800000"/>
        </a:ln>
        <a:effectLst/>
      </dgm:spPr>
      <dgm:t>
        <a:bodyPr/>
        <a:lstStyle/>
        <a:p>
          <a:pPr>
            <a:buNone/>
          </a:pPr>
          <a:r>
            <a:rPr lang="en-US" b="1" dirty="0">
              <a:solidFill>
                <a:srgbClr val="F15A2B"/>
              </a:solidFill>
              <a:latin typeface="Roboto" panose="02000000000000000000" pitchFamily="2" charset="0"/>
              <a:ea typeface="Roboto" panose="02000000000000000000" pitchFamily="2" charset="0"/>
              <a:cs typeface="Roboto" panose="02000000000000000000" pitchFamily="2" charset="0"/>
            </a:rPr>
            <a:t>Dispatch</a:t>
          </a:r>
          <a:endParaRPr lang="en-IN" dirty="0">
            <a:solidFill>
              <a:srgbClr val="F15A2B"/>
            </a:solidFill>
            <a:latin typeface="Roboto" panose="02000000000000000000" pitchFamily="2" charset="0"/>
            <a:ea typeface="Roboto" panose="02000000000000000000" pitchFamily="2" charset="0"/>
            <a:cs typeface="Roboto" panose="02000000000000000000" pitchFamily="2" charset="0"/>
          </a:endParaRPr>
        </a:p>
      </dgm:t>
    </dgm:pt>
    <dgm:pt modelId="{D74F79B9-B3D9-4650-9C11-4341A7A02694}" type="parTrans" cxnId="{9F790D69-4777-43A6-8743-0D276FB35A4B}">
      <dgm:prSet/>
      <dgm:spPr/>
      <dgm:t>
        <a:bodyPr/>
        <a:lstStyle/>
        <a:p>
          <a:endParaRPr lang="en-IN"/>
        </a:p>
      </dgm:t>
    </dgm:pt>
    <dgm:pt modelId="{8C86A960-FFB4-4374-8A4F-580BA651AF03}" type="sibTrans" cxnId="{9F790D69-4777-43A6-8743-0D276FB35A4B}">
      <dgm:prSet/>
      <dgm:spPr/>
      <dgm:t>
        <a:bodyPr/>
        <a:lstStyle/>
        <a:p>
          <a:endParaRPr lang="en-IN"/>
        </a:p>
      </dgm:t>
    </dgm:pt>
    <dgm:pt modelId="{84E94E4A-F1A9-43E9-B26E-04548B905B0B}">
      <dgm:prSet phldrT="[Text]"/>
      <dgm:spPr>
        <a:xfrm>
          <a:off x="2534652" y="1695390"/>
          <a:ext cx="997329" cy="498664"/>
        </a:xfrm>
        <a:noFill/>
        <a:ln w="19050" cap="flat" cmpd="sng" algn="ctr">
          <a:solidFill>
            <a:schemeClr val="bg1"/>
          </a:solidFill>
          <a:prstDash val="solid"/>
          <a:miter lim="800000"/>
        </a:ln>
        <a:effectLst/>
      </dgm:spPr>
      <dgm:t>
        <a:bodyPr/>
        <a:lstStyle/>
        <a:p>
          <a:pPr>
            <a:buNone/>
          </a:pPr>
          <a:r>
            <a:rPr lang="en-US" b="1" dirty="0">
              <a:solidFill>
                <a:srgbClr val="F15A2B"/>
              </a:solidFill>
              <a:latin typeface="Roboto" panose="02000000000000000000" pitchFamily="2" charset="0"/>
              <a:ea typeface="Roboto" panose="02000000000000000000" pitchFamily="2" charset="0"/>
              <a:cs typeface="Roboto" panose="02000000000000000000" pitchFamily="2" charset="0"/>
            </a:rPr>
            <a:t>Weld Shop</a:t>
          </a:r>
          <a:endParaRPr lang="en-IN" dirty="0">
            <a:solidFill>
              <a:srgbClr val="F15A2B"/>
            </a:solidFill>
            <a:latin typeface="Roboto" panose="02000000000000000000" pitchFamily="2" charset="0"/>
            <a:ea typeface="Roboto" panose="02000000000000000000" pitchFamily="2" charset="0"/>
            <a:cs typeface="Roboto" panose="02000000000000000000" pitchFamily="2" charset="0"/>
          </a:endParaRPr>
        </a:p>
      </dgm:t>
    </dgm:pt>
    <dgm:pt modelId="{377F13D4-EA16-4042-BA68-02213646E7C7}" type="parTrans" cxnId="{84F9419A-170B-432D-A9FF-0438B96FBA80}">
      <dgm:prSet/>
      <dgm:spPr/>
      <dgm:t>
        <a:bodyPr/>
        <a:lstStyle/>
        <a:p>
          <a:endParaRPr lang="en-IN"/>
        </a:p>
      </dgm:t>
    </dgm:pt>
    <dgm:pt modelId="{B8E73FDD-F298-441A-8158-453FAA408059}" type="sibTrans" cxnId="{84F9419A-170B-432D-A9FF-0438B96FBA80}">
      <dgm:prSet/>
      <dgm:spPr/>
      <dgm:t>
        <a:bodyPr/>
        <a:lstStyle/>
        <a:p>
          <a:endParaRPr lang="en-IN"/>
        </a:p>
      </dgm:t>
    </dgm:pt>
    <dgm:pt modelId="{43590403-70C5-4596-9252-0A6D3C9DEBED}">
      <dgm:prSet/>
      <dgm:spPr>
        <a:xfrm>
          <a:off x="1556195" y="652"/>
          <a:ext cx="997329" cy="498664"/>
        </a:xfrm>
        <a:noFill/>
        <a:ln w="19050" cap="flat" cmpd="sng" algn="ctr">
          <a:solidFill>
            <a:schemeClr val="bg1"/>
          </a:solidFill>
          <a:prstDash val="solid"/>
          <a:miter lim="800000"/>
        </a:ln>
        <a:effectLst/>
      </dgm:spPr>
      <dgm:t>
        <a:bodyPr/>
        <a:lstStyle/>
        <a:p>
          <a:pPr>
            <a:buNone/>
          </a:pPr>
          <a:r>
            <a:rPr lang="en-US" b="1" dirty="0">
              <a:solidFill>
                <a:srgbClr val="F15A2B"/>
              </a:solidFill>
              <a:latin typeface="Roboto" panose="02000000000000000000" pitchFamily="2" charset="0"/>
              <a:ea typeface="Roboto" panose="02000000000000000000" pitchFamily="2" charset="0"/>
              <a:cs typeface="Roboto" panose="02000000000000000000" pitchFamily="2" charset="0"/>
            </a:rPr>
            <a:t>Raw Material</a:t>
          </a:r>
          <a:endParaRPr lang="en-US" dirty="0">
            <a:solidFill>
              <a:srgbClr val="F15A2B"/>
            </a:solidFill>
            <a:latin typeface="Roboto" panose="02000000000000000000" pitchFamily="2" charset="0"/>
            <a:ea typeface="Roboto" panose="02000000000000000000" pitchFamily="2" charset="0"/>
            <a:cs typeface="Roboto" panose="02000000000000000000" pitchFamily="2" charset="0"/>
          </a:endParaRPr>
        </a:p>
      </dgm:t>
    </dgm:pt>
    <dgm:pt modelId="{F53C79F6-9FCF-4E2F-A99C-39F8FA1D2CD6}" type="parTrans" cxnId="{D59D7207-4A69-44D1-995D-AB6DE1473A6C}">
      <dgm:prSet/>
      <dgm:spPr/>
      <dgm:t>
        <a:bodyPr/>
        <a:lstStyle/>
        <a:p>
          <a:endParaRPr lang="en-IN"/>
        </a:p>
      </dgm:t>
    </dgm:pt>
    <dgm:pt modelId="{3F7226C9-CC11-4753-9039-188402D5274F}" type="sibTrans" cxnId="{D59D7207-4A69-44D1-995D-AB6DE1473A6C}">
      <dgm:prSet/>
      <dgm:spPr>
        <a:xfrm>
          <a:off x="662350" y="-4146"/>
          <a:ext cx="2785018" cy="2785018"/>
        </a:xfrm>
        <a:solidFill>
          <a:srgbClr val="156082">
            <a:tint val="40000"/>
            <a:hueOff val="0"/>
            <a:satOff val="0"/>
            <a:lumOff val="0"/>
            <a:alphaOff val="0"/>
          </a:srgbClr>
        </a:solidFill>
        <a:ln>
          <a:noFill/>
        </a:ln>
        <a:effectLst/>
      </dgm:spPr>
      <dgm:t>
        <a:bodyPr/>
        <a:lstStyle/>
        <a:p>
          <a:endParaRPr lang="en-IN"/>
        </a:p>
      </dgm:t>
    </dgm:pt>
    <dgm:pt modelId="{71F53034-5E5F-461B-801A-DE87C065087A}" type="pres">
      <dgm:prSet presAssocID="{D1D635AC-6C42-4AB6-A4FE-29FFB2B82058}" presName="Name0" presStyleCnt="0">
        <dgm:presLayoutVars>
          <dgm:dir/>
          <dgm:resizeHandles val="exact"/>
        </dgm:presLayoutVars>
      </dgm:prSet>
      <dgm:spPr/>
    </dgm:pt>
    <dgm:pt modelId="{DC99DB1D-F052-4E36-B8CF-F8D01B589FB8}" type="pres">
      <dgm:prSet presAssocID="{D1D635AC-6C42-4AB6-A4FE-29FFB2B82058}" presName="cycle" presStyleCnt="0"/>
      <dgm:spPr/>
    </dgm:pt>
    <dgm:pt modelId="{1F390DEB-A5FA-4B12-95BC-2242B86DD72E}" type="pres">
      <dgm:prSet presAssocID="{43590403-70C5-4596-9252-0A6D3C9DEBED}" presName="nodeFirstNode" presStyleLbl="node1" presStyleIdx="0" presStyleCnt="5">
        <dgm:presLayoutVars>
          <dgm:bulletEnabled val="1"/>
        </dgm:presLayoutVars>
      </dgm:prSet>
      <dgm:spPr>
        <a:prstGeom prst="roundRect">
          <a:avLst/>
        </a:prstGeom>
      </dgm:spPr>
    </dgm:pt>
    <dgm:pt modelId="{59C854A3-AC9C-4E1B-B710-269FFA18F8D4}" type="pres">
      <dgm:prSet presAssocID="{3F7226C9-CC11-4753-9039-188402D5274F}" presName="sibTransFirstNode" presStyleLbl="bgShp" presStyleIdx="0" presStyleCnt="1" custLinFactNeighborX="2089"/>
      <dgm:spPr>
        <a:prstGeom prst="circularArrow">
          <a:avLst>
            <a:gd name="adj1" fmla="val 5274"/>
            <a:gd name="adj2" fmla="val 312630"/>
            <a:gd name="adj3" fmla="val 14330088"/>
            <a:gd name="adj4" fmla="val 17067600"/>
            <a:gd name="adj5" fmla="val 5477"/>
          </a:avLst>
        </a:prstGeom>
      </dgm:spPr>
    </dgm:pt>
    <dgm:pt modelId="{B54CE8FD-8A06-418A-95E3-4CA3C76AB560}" type="pres">
      <dgm:prSet presAssocID="{EDD74824-780F-4FFD-A79E-BABC476B1D14}" presName="nodeFollowingNodes" presStyleLbl="node1" presStyleIdx="1" presStyleCnt="5">
        <dgm:presLayoutVars>
          <dgm:bulletEnabled val="1"/>
        </dgm:presLayoutVars>
      </dgm:prSet>
      <dgm:spPr>
        <a:prstGeom prst="roundRect">
          <a:avLst/>
        </a:prstGeom>
      </dgm:spPr>
    </dgm:pt>
    <dgm:pt modelId="{E39E1691-D5E3-4773-A502-39460F2564B4}" type="pres">
      <dgm:prSet presAssocID="{84E94E4A-F1A9-43E9-B26E-04548B905B0B}" presName="nodeFollowingNodes" presStyleLbl="node1" presStyleIdx="2" presStyleCnt="5">
        <dgm:presLayoutVars>
          <dgm:bulletEnabled val="1"/>
        </dgm:presLayoutVars>
      </dgm:prSet>
      <dgm:spPr>
        <a:prstGeom prst="roundRect">
          <a:avLst/>
        </a:prstGeom>
      </dgm:spPr>
    </dgm:pt>
    <dgm:pt modelId="{EACADB34-3BE8-49E8-A129-1097D14D86C3}" type="pres">
      <dgm:prSet presAssocID="{57FE21AD-528B-484B-B732-95CA49AFE4DE}" presName="nodeFollowingNodes" presStyleLbl="node1" presStyleIdx="3" presStyleCnt="5">
        <dgm:presLayoutVars>
          <dgm:bulletEnabled val="1"/>
        </dgm:presLayoutVars>
      </dgm:prSet>
      <dgm:spPr>
        <a:prstGeom prst="roundRect">
          <a:avLst/>
        </a:prstGeom>
      </dgm:spPr>
    </dgm:pt>
    <dgm:pt modelId="{C0D0AF56-C897-4880-9183-D46D344BC05F}" type="pres">
      <dgm:prSet presAssocID="{68E24830-AC8D-44BE-B0ED-4441C1F90AE5}" presName="nodeFollowingNodes" presStyleLbl="node1" presStyleIdx="4" presStyleCnt="5">
        <dgm:presLayoutVars>
          <dgm:bulletEnabled val="1"/>
        </dgm:presLayoutVars>
      </dgm:prSet>
      <dgm:spPr>
        <a:prstGeom prst="roundRect">
          <a:avLst/>
        </a:prstGeom>
      </dgm:spPr>
    </dgm:pt>
  </dgm:ptLst>
  <dgm:cxnLst>
    <dgm:cxn modelId="{D59D7207-4A69-44D1-995D-AB6DE1473A6C}" srcId="{D1D635AC-6C42-4AB6-A4FE-29FFB2B82058}" destId="{43590403-70C5-4596-9252-0A6D3C9DEBED}" srcOrd="0" destOrd="0" parTransId="{F53C79F6-9FCF-4E2F-A99C-39F8FA1D2CD6}" sibTransId="{3F7226C9-CC11-4753-9039-188402D5274F}"/>
    <dgm:cxn modelId="{9F790D69-4777-43A6-8743-0D276FB35A4B}" srcId="{D1D635AC-6C42-4AB6-A4FE-29FFB2B82058}" destId="{68E24830-AC8D-44BE-B0ED-4441C1F90AE5}" srcOrd="4" destOrd="0" parTransId="{D74F79B9-B3D9-4650-9C11-4341A7A02694}" sibTransId="{8C86A960-FFB4-4374-8A4F-580BA651AF03}"/>
    <dgm:cxn modelId="{54228E6A-E995-4A64-A80E-A5F7261CB835}" type="presOf" srcId="{3F7226C9-CC11-4753-9039-188402D5274F}" destId="{59C854A3-AC9C-4E1B-B710-269FFA18F8D4}" srcOrd="0" destOrd="0" presId="urn:microsoft.com/office/officeart/2005/8/layout/cycle3"/>
    <dgm:cxn modelId="{58F78978-BE43-478A-B796-1C4F964BA5CF}" type="presOf" srcId="{68E24830-AC8D-44BE-B0ED-4441C1F90AE5}" destId="{C0D0AF56-C897-4880-9183-D46D344BC05F}" srcOrd="0" destOrd="0" presId="urn:microsoft.com/office/officeart/2005/8/layout/cycle3"/>
    <dgm:cxn modelId="{C1560885-5709-4B59-A81D-AD0ED9102504}" srcId="{D1D635AC-6C42-4AB6-A4FE-29FFB2B82058}" destId="{EDD74824-780F-4FFD-A79E-BABC476B1D14}" srcOrd="1" destOrd="0" parTransId="{4CC20B6D-89DE-43E4-A70C-17BB9D8D2AB0}" sibTransId="{9235B6ED-E984-43A6-8C3C-7B623147EBE5}"/>
    <dgm:cxn modelId="{84F9419A-170B-432D-A9FF-0438B96FBA80}" srcId="{D1D635AC-6C42-4AB6-A4FE-29FFB2B82058}" destId="{84E94E4A-F1A9-43E9-B26E-04548B905B0B}" srcOrd="2" destOrd="0" parTransId="{377F13D4-EA16-4042-BA68-02213646E7C7}" sibTransId="{B8E73FDD-F298-441A-8158-453FAA408059}"/>
    <dgm:cxn modelId="{DB38E3B0-35F4-4EC4-ABBC-F123CD4C4162}" srcId="{D1D635AC-6C42-4AB6-A4FE-29FFB2B82058}" destId="{57FE21AD-528B-484B-B732-95CA49AFE4DE}" srcOrd="3" destOrd="0" parTransId="{EE84C658-61D4-43FC-8B1B-927552D331BB}" sibTransId="{65F5D56B-DD14-4BC2-8E83-642E131D8D5D}"/>
    <dgm:cxn modelId="{3FEE8CE1-E81B-4428-94FF-9CAB57B81ED0}" type="presOf" srcId="{43590403-70C5-4596-9252-0A6D3C9DEBED}" destId="{1F390DEB-A5FA-4B12-95BC-2242B86DD72E}" srcOrd="0" destOrd="0" presId="urn:microsoft.com/office/officeart/2005/8/layout/cycle3"/>
    <dgm:cxn modelId="{17CA66E7-FBD3-4E87-88B6-32D3B79C64F5}" type="presOf" srcId="{D1D635AC-6C42-4AB6-A4FE-29FFB2B82058}" destId="{71F53034-5E5F-461B-801A-DE87C065087A}" srcOrd="0" destOrd="0" presId="urn:microsoft.com/office/officeart/2005/8/layout/cycle3"/>
    <dgm:cxn modelId="{B0DE57F1-2406-4A15-8184-A920712F4EAA}" type="presOf" srcId="{EDD74824-780F-4FFD-A79E-BABC476B1D14}" destId="{B54CE8FD-8A06-418A-95E3-4CA3C76AB560}" srcOrd="0" destOrd="0" presId="urn:microsoft.com/office/officeart/2005/8/layout/cycle3"/>
    <dgm:cxn modelId="{A3B94AF6-5FF6-4E2C-977B-9FF607161E1C}" type="presOf" srcId="{84E94E4A-F1A9-43E9-B26E-04548B905B0B}" destId="{E39E1691-D5E3-4773-A502-39460F2564B4}" srcOrd="0" destOrd="0" presId="urn:microsoft.com/office/officeart/2005/8/layout/cycle3"/>
    <dgm:cxn modelId="{A6B7C1F8-DDC1-415B-8C8C-775C34DFEF02}" type="presOf" srcId="{57FE21AD-528B-484B-B732-95CA49AFE4DE}" destId="{EACADB34-3BE8-49E8-A129-1097D14D86C3}" srcOrd="0" destOrd="0" presId="urn:microsoft.com/office/officeart/2005/8/layout/cycle3"/>
    <dgm:cxn modelId="{5F97B3E9-8367-44D5-9914-C51480D894D9}" type="presParOf" srcId="{71F53034-5E5F-461B-801A-DE87C065087A}" destId="{DC99DB1D-F052-4E36-B8CF-F8D01B589FB8}" srcOrd="0" destOrd="0" presId="urn:microsoft.com/office/officeart/2005/8/layout/cycle3"/>
    <dgm:cxn modelId="{FCE7F806-D2D8-4E9C-8E0D-7C3FA9FC39E7}" type="presParOf" srcId="{DC99DB1D-F052-4E36-B8CF-F8D01B589FB8}" destId="{1F390DEB-A5FA-4B12-95BC-2242B86DD72E}" srcOrd="0" destOrd="0" presId="urn:microsoft.com/office/officeart/2005/8/layout/cycle3"/>
    <dgm:cxn modelId="{14DA1DC2-166D-4C8D-91A8-D60B7C38F480}" type="presParOf" srcId="{DC99DB1D-F052-4E36-B8CF-F8D01B589FB8}" destId="{59C854A3-AC9C-4E1B-B710-269FFA18F8D4}" srcOrd="1" destOrd="0" presId="urn:microsoft.com/office/officeart/2005/8/layout/cycle3"/>
    <dgm:cxn modelId="{5CE2A3D9-216A-4619-A9AF-59E5A4A6E04F}" type="presParOf" srcId="{DC99DB1D-F052-4E36-B8CF-F8D01B589FB8}" destId="{B54CE8FD-8A06-418A-95E3-4CA3C76AB560}" srcOrd="2" destOrd="0" presId="urn:microsoft.com/office/officeart/2005/8/layout/cycle3"/>
    <dgm:cxn modelId="{85AB5A37-B185-4997-8D19-0238096B9532}" type="presParOf" srcId="{DC99DB1D-F052-4E36-B8CF-F8D01B589FB8}" destId="{E39E1691-D5E3-4773-A502-39460F2564B4}" srcOrd="3" destOrd="0" presId="urn:microsoft.com/office/officeart/2005/8/layout/cycle3"/>
    <dgm:cxn modelId="{5462F5DE-AEA1-4AF4-BF97-E31BBBCFB5B1}" type="presParOf" srcId="{DC99DB1D-F052-4E36-B8CF-F8D01B589FB8}" destId="{EACADB34-3BE8-49E8-A129-1097D14D86C3}" srcOrd="4" destOrd="0" presId="urn:microsoft.com/office/officeart/2005/8/layout/cycle3"/>
    <dgm:cxn modelId="{70D76737-5AF2-4AE9-B873-35E617810289}" type="presParOf" srcId="{DC99DB1D-F052-4E36-B8CF-F8D01B589FB8}" destId="{C0D0AF56-C897-4880-9183-D46D344BC05F}" srcOrd="5" destOrd="0" presId="urn:microsoft.com/office/officeart/2005/8/layout/cycle3"/>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D1D635AC-6C42-4AB6-A4FE-29FFB2B82058}" type="doc">
      <dgm:prSet loTypeId="urn:microsoft.com/office/officeart/2005/8/layout/cycle3" loCatId="cycle" qsTypeId="urn:microsoft.com/office/officeart/2005/8/quickstyle/simple1#6" qsCatId="simple" csTypeId="urn:microsoft.com/office/officeart/2005/8/colors/accent1_2#6" csCatId="accent1" phldr="1"/>
      <dgm:spPr/>
      <dgm:t>
        <a:bodyPr/>
        <a:lstStyle/>
        <a:p>
          <a:endParaRPr lang="en-IN"/>
        </a:p>
      </dgm:t>
    </dgm:pt>
    <dgm:pt modelId="{EDD74824-780F-4FFD-A79E-BABC476B1D14}">
      <dgm:prSet phldrT="[Text]"/>
      <dgm:spPr>
        <a:xfrm>
          <a:off x="2534652" y="565565"/>
          <a:ext cx="997329" cy="498664"/>
        </a:xfrm>
        <a:noFill/>
        <a:ln w="19050" cap="flat" cmpd="sng" algn="ctr">
          <a:solidFill>
            <a:schemeClr val="bg1"/>
          </a:solidFill>
          <a:prstDash val="solid"/>
          <a:miter lim="800000"/>
        </a:ln>
        <a:effectLst/>
      </dgm:spPr>
      <dgm:t>
        <a:bodyPr/>
        <a:lstStyle/>
        <a:p>
          <a:pPr>
            <a:buNone/>
          </a:pPr>
          <a:r>
            <a:rPr lang="en-US" b="1" dirty="0">
              <a:solidFill>
                <a:srgbClr val="F15A2B"/>
              </a:solidFill>
              <a:latin typeface="Roboto" panose="02000000000000000000" pitchFamily="2" charset="0"/>
              <a:ea typeface="Roboto" panose="02000000000000000000" pitchFamily="2" charset="0"/>
              <a:cs typeface="Roboto" panose="02000000000000000000" pitchFamily="2" charset="0"/>
            </a:rPr>
            <a:t>Press Shop</a:t>
          </a:r>
          <a:endParaRPr lang="en-IN" dirty="0">
            <a:solidFill>
              <a:srgbClr val="F15A2B"/>
            </a:solidFill>
            <a:latin typeface="Roboto" panose="02000000000000000000" pitchFamily="2" charset="0"/>
            <a:ea typeface="Roboto" panose="02000000000000000000" pitchFamily="2" charset="0"/>
            <a:cs typeface="Roboto" panose="02000000000000000000" pitchFamily="2" charset="0"/>
          </a:endParaRPr>
        </a:p>
      </dgm:t>
    </dgm:pt>
    <dgm:pt modelId="{4CC20B6D-89DE-43E4-A70C-17BB9D8D2AB0}" type="parTrans" cxnId="{C1560885-5709-4B59-A81D-AD0ED9102504}">
      <dgm:prSet/>
      <dgm:spPr/>
      <dgm:t>
        <a:bodyPr/>
        <a:lstStyle/>
        <a:p>
          <a:endParaRPr lang="en-IN"/>
        </a:p>
      </dgm:t>
    </dgm:pt>
    <dgm:pt modelId="{9235B6ED-E984-43A6-8C3C-7B623147EBE5}" type="sibTrans" cxnId="{C1560885-5709-4B59-A81D-AD0ED9102504}">
      <dgm:prSet/>
      <dgm:spPr/>
      <dgm:t>
        <a:bodyPr/>
        <a:lstStyle/>
        <a:p>
          <a:endParaRPr lang="en-IN"/>
        </a:p>
      </dgm:t>
    </dgm:pt>
    <dgm:pt modelId="{57FE21AD-528B-484B-B732-95CA49AFE4DE}">
      <dgm:prSet phldrT="[Text]"/>
      <dgm:spPr>
        <a:xfrm>
          <a:off x="577738" y="1695390"/>
          <a:ext cx="997329" cy="498664"/>
        </a:xfrm>
        <a:noFill/>
        <a:ln w="19050" cap="flat" cmpd="sng" algn="ctr">
          <a:solidFill>
            <a:schemeClr val="bg1"/>
          </a:solidFill>
          <a:prstDash val="solid"/>
          <a:miter lim="800000"/>
        </a:ln>
        <a:effectLst/>
      </dgm:spPr>
      <dgm:t>
        <a:bodyPr/>
        <a:lstStyle/>
        <a:p>
          <a:pPr>
            <a:buNone/>
          </a:pPr>
          <a:r>
            <a:rPr lang="en-US" b="1" dirty="0">
              <a:solidFill>
                <a:srgbClr val="F15A2B"/>
              </a:solidFill>
              <a:latin typeface="Roboto" panose="02000000000000000000" pitchFamily="2" charset="0"/>
              <a:ea typeface="Roboto" panose="02000000000000000000" pitchFamily="2" charset="0"/>
              <a:cs typeface="Roboto" panose="02000000000000000000" pitchFamily="2" charset="0"/>
            </a:rPr>
            <a:t>Inspection</a:t>
          </a:r>
          <a:endParaRPr lang="en-IN" dirty="0">
            <a:solidFill>
              <a:srgbClr val="F15A2B"/>
            </a:solidFill>
            <a:latin typeface="Roboto" panose="02000000000000000000" pitchFamily="2" charset="0"/>
            <a:ea typeface="Roboto" panose="02000000000000000000" pitchFamily="2" charset="0"/>
            <a:cs typeface="Roboto" panose="02000000000000000000" pitchFamily="2" charset="0"/>
          </a:endParaRPr>
        </a:p>
      </dgm:t>
    </dgm:pt>
    <dgm:pt modelId="{EE84C658-61D4-43FC-8B1B-927552D331BB}" type="parTrans" cxnId="{DB38E3B0-35F4-4EC4-ABBC-F123CD4C4162}">
      <dgm:prSet/>
      <dgm:spPr/>
      <dgm:t>
        <a:bodyPr/>
        <a:lstStyle/>
        <a:p>
          <a:endParaRPr lang="en-IN"/>
        </a:p>
      </dgm:t>
    </dgm:pt>
    <dgm:pt modelId="{65F5D56B-DD14-4BC2-8E83-642E131D8D5D}" type="sibTrans" cxnId="{DB38E3B0-35F4-4EC4-ABBC-F123CD4C4162}">
      <dgm:prSet/>
      <dgm:spPr/>
      <dgm:t>
        <a:bodyPr/>
        <a:lstStyle/>
        <a:p>
          <a:endParaRPr lang="en-IN"/>
        </a:p>
      </dgm:t>
    </dgm:pt>
    <dgm:pt modelId="{68E24830-AC8D-44BE-B0ED-4441C1F90AE5}">
      <dgm:prSet phldrT="[Text]"/>
      <dgm:spPr>
        <a:xfrm>
          <a:off x="577738" y="565565"/>
          <a:ext cx="997329" cy="498664"/>
        </a:xfrm>
        <a:noFill/>
        <a:ln w="19050" cap="flat" cmpd="sng" algn="ctr">
          <a:solidFill>
            <a:schemeClr val="bg1"/>
          </a:solidFill>
          <a:prstDash val="solid"/>
          <a:miter lim="800000"/>
        </a:ln>
        <a:effectLst/>
      </dgm:spPr>
      <dgm:t>
        <a:bodyPr/>
        <a:lstStyle/>
        <a:p>
          <a:pPr>
            <a:buNone/>
          </a:pPr>
          <a:r>
            <a:rPr lang="en-US" b="1" dirty="0">
              <a:solidFill>
                <a:srgbClr val="F15A2B"/>
              </a:solidFill>
              <a:latin typeface="Roboto" panose="02000000000000000000" pitchFamily="2" charset="0"/>
              <a:ea typeface="Roboto" panose="02000000000000000000" pitchFamily="2" charset="0"/>
              <a:cs typeface="Roboto" panose="02000000000000000000" pitchFamily="2" charset="0"/>
            </a:rPr>
            <a:t>Dispatch</a:t>
          </a:r>
          <a:endParaRPr lang="en-IN" dirty="0">
            <a:solidFill>
              <a:srgbClr val="F15A2B"/>
            </a:solidFill>
            <a:latin typeface="Roboto" panose="02000000000000000000" pitchFamily="2" charset="0"/>
            <a:ea typeface="Roboto" panose="02000000000000000000" pitchFamily="2" charset="0"/>
            <a:cs typeface="Roboto" panose="02000000000000000000" pitchFamily="2" charset="0"/>
          </a:endParaRPr>
        </a:p>
      </dgm:t>
    </dgm:pt>
    <dgm:pt modelId="{D74F79B9-B3D9-4650-9C11-4341A7A02694}" type="parTrans" cxnId="{9F790D69-4777-43A6-8743-0D276FB35A4B}">
      <dgm:prSet/>
      <dgm:spPr/>
      <dgm:t>
        <a:bodyPr/>
        <a:lstStyle/>
        <a:p>
          <a:endParaRPr lang="en-IN"/>
        </a:p>
      </dgm:t>
    </dgm:pt>
    <dgm:pt modelId="{8C86A960-FFB4-4374-8A4F-580BA651AF03}" type="sibTrans" cxnId="{9F790D69-4777-43A6-8743-0D276FB35A4B}">
      <dgm:prSet/>
      <dgm:spPr/>
      <dgm:t>
        <a:bodyPr/>
        <a:lstStyle/>
        <a:p>
          <a:endParaRPr lang="en-IN"/>
        </a:p>
      </dgm:t>
    </dgm:pt>
    <dgm:pt modelId="{84E94E4A-F1A9-43E9-B26E-04548B905B0B}">
      <dgm:prSet phldrT="[Text]"/>
      <dgm:spPr>
        <a:xfrm>
          <a:off x="2534652" y="1695390"/>
          <a:ext cx="997329" cy="498664"/>
        </a:xfrm>
        <a:noFill/>
        <a:ln w="19050" cap="flat" cmpd="sng" algn="ctr">
          <a:solidFill>
            <a:schemeClr val="bg1"/>
          </a:solidFill>
          <a:prstDash val="solid"/>
          <a:miter lim="800000"/>
        </a:ln>
        <a:effectLst/>
      </dgm:spPr>
      <dgm:t>
        <a:bodyPr/>
        <a:lstStyle/>
        <a:p>
          <a:pPr>
            <a:buNone/>
          </a:pPr>
          <a:r>
            <a:rPr lang="en-US" b="1" dirty="0">
              <a:solidFill>
                <a:srgbClr val="F15A2B"/>
              </a:solidFill>
              <a:latin typeface="Roboto" panose="02000000000000000000" pitchFamily="2" charset="0"/>
              <a:ea typeface="Roboto" panose="02000000000000000000" pitchFamily="2" charset="0"/>
              <a:cs typeface="Roboto" panose="02000000000000000000" pitchFamily="2" charset="0"/>
            </a:rPr>
            <a:t>Weld Shop</a:t>
          </a:r>
          <a:endParaRPr lang="en-IN" dirty="0">
            <a:solidFill>
              <a:srgbClr val="F15A2B"/>
            </a:solidFill>
            <a:latin typeface="Roboto" panose="02000000000000000000" pitchFamily="2" charset="0"/>
            <a:ea typeface="Roboto" panose="02000000000000000000" pitchFamily="2" charset="0"/>
            <a:cs typeface="Roboto" panose="02000000000000000000" pitchFamily="2" charset="0"/>
          </a:endParaRPr>
        </a:p>
      </dgm:t>
    </dgm:pt>
    <dgm:pt modelId="{377F13D4-EA16-4042-BA68-02213646E7C7}" type="parTrans" cxnId="{84F9419A-170B-432D-A9FF-0438B96FBA80}">
      <dgm:prSet/>
      <dgm:spPr/>
      <dgm:t>
        <a:bodyPr/>
        <a:lstStyle/>
        <a:p>
          <a:endParaRPr lang="en-IN"/>
        </a:p>
      </dgm:t>
    </dgm:pt>
    <dgm:pt modelId="{B8E73FDD-F298-441A-8158-453FAA408059}" type="sibTrans" cxnId="{84F9419A-170B-432D-A9FF-0438B96FBA80}">
      <dgm:prSet/>
      <dgm:spPr/>
      <dgm:t>
        <a:bodyPr/>
        <a:lstStyle/>
        <a:p>
          <a:endParaRPr lang="en-IN"/>
        </a:p>
      </dgm:t>
    </dgm:pt>
    <dgm:pt modelId="{43590403-70C5-4596-9252-0A6D3C9DEBED}">
      <dgm:prSet/>
      <dgm:spPr>
        <a:xfrm>
          <a:off x="1556195" y="652"/>
          <a:ext cx="997329" cy="498664"/>
        </a:xfrm>
        <a:noFill/>
        <a:ln w="19050" cap="flat" cmpd="sng" algn="ctr">
          <a:solidFill>
            <a:schemeClr val="bg1"/>
          </a:solidFill>
          <a:prstDash val="solid"/>
          <a:miter lim="800000"/>
        </a:ln>
        <a:effectLst/>
      </dgm:spPr>
      <dgm:t>
        <a:bodyPr/>
        <a:lstStyle/>
        <a:p>
          <a:pPr>
            <a:buNone/>
          </a:pPr>
          <a:r>
            <a:rPr lang="en-US" b="1" dirty="0">
              <a:solidFill>
                <a:srgbClr val="F15A2B"/>
              </a:solidFill>
              <a:latin typeface="Roboto" panose="02000000000000000000" pitchFamily="2" charset="0"/>
              <a:ea typeface="Roboto" panose="02000000000000000000" pitchFamily="2" charset="0"/>
              <a:cs typeface="Roboto" panose="02000000000000000000" pitchFamily="2" charset="0"/>
            </a:rPr>
            <a:t>Raw Material</a:t>
          </a:r>
          <a:endParaRPr lang="en-US" dirty="0">
            <a:solidFill>
              <a:srgbClr val="F15A2B"/>
            </a:solidFill>
            <a:latin typeface="Roboto" panose="02000000000000000000" pitchFamily="2" charset="0"/>
            <a:ea typeface="Roboto" panose="02000000000000000000" pitchFamily="2" charset="0"/>
            <a:cs typeface="Roboto" panose="02000000000000000000" pitchFamily="2" charset="0"/>
          </a:endParaRPr>
        </a:p>
      </dgm:t>
    </dgm:pt>
    <dgm:pt modelId="{F53C79F6-9FCF-4E2F-A99C-39F8FA1D2CD6}" type="parTrans" cxnId="{D59D7207-4A69-44D1-995D-AB6DE1473A6C}">
      <dgm:prSet/>
      <dgm:spPr/>
      <dgm:t>
        <a:bodyPr/>
        <a:lstStyle/>
        <a:p>
          <a:endParaRPr lang="en-IN"/>
        </a:p>
      </dgm:t>
    </dgm:pt>
    <dgm:pt modelId="{3F7226C9-CC11-4753-9039-188402D5274F}" type="sibTrans" cxnId="{D59D7207-4A69-44D1-995D-AB6DE1473A6C}">
      <dgm:prSet/>
      <dgm:spPr>
        <a:xfrm>
          <a:off x="662350" y="-4146"/>
          <a:ext cx="2785018" cy="2785018"/>
        </a:xfrm>
        <a:solidFill>
          <a:srgbClr val="156082">
            <a:tint val="40000"/>
            <a:hueOff val="0"/>
            <a:satOff val="0"/>
            <a:lumOff val="0"/>
            <a:alphaOff val="0"/>
          </a:srgbClr>
        </a:solidFill>
        <a:ln>
          <a:noFill/>
        </a:ln>
        <a:effectLst/>
      </dgm:spPr>
      <dgm:t>
        <a:bodyPr/>
        <a:lstStyle/>
        <a:p>
          <a:endParaRPr lang="en-IN"/>
        </a:p>
      </dgm:t>
    </dgm:pt>
    <dgm:pt modelId="{84A16037-CBCD-4B18-8A6B-24C201BC09F2}">
      <dgm:prSet phldrT="[Text]" phldr="0"/>
      <dgm:spPr>
        <a:ln>
          <a:solidFill>
            <a:schemeClr val="bg1"/>
          </a:solidFill>
        </a:ln>
      </dgm:spPr>
      <dgm:t>
        <a:bodyPr/>
        <a:lstStyle/>
        <a:p>
          <a:r>
            <a:rPr lang="en-US" b="1" dirty="0">
              <a:solidFill>
                <a:srgbClr val="F15A2B"/>
              </a:solidFill>
              <a:latin typeface="Roboto" panose="02000000000000000000" pitchFamily="2" charset="0"/>
              <a:ea typeface="Roboto" panose="02000000000000000000" pitchFamily="2" charset="0"/>
              <a:cs typeface="Roboto" panose="02000000000000000000" pitchFamily="2" charset="0"/>
            </a:rPr>
            <a:t>Paint shop</a:t>
          </a:r>
          <a:endParaRPr lang="en-IN" b="1" dirty="0">
            <a:solidFill>
              <a:srgbClr val="F15A2B"/>
            </a:solidFill>
            <a:latin typeface="Roboto" panose="02000000000000000000" pitchFamily="2" charset="0"/>
            <a:ea typeface="Roboto" panose="02000000000000000000" pitchFamily="2" charset="0"/>
            <a:cs typeface="Roboto" panose="02000000000000000000" pitchFamily="2" charset="0"/>
          </a:endParaRPr>
        </a:p>
      </dgm:t>
    </dgm:pt>
    <dgm:pt modelId="{3ED9FD51-B978-4666-8D80-F5BBFE04B8D2}" type="parTrans" cxnId="{F8A60855-ED46-4C93-8CA9-FB28C3BA19D5}">
      <dgm:prSet/>
      <dgm:spPr/>
      <dgm:t>
        <a:bodyPr/>
        <a:lstStyle/>
        <a:p>
          <a:endParaRPr lang="en-IN"/>
        </a:p>
      </dgm:t>
    </dgm:pt>
    <dgm:pt modelId="{F3EB957B-6F89-4D5A-82B1-15812E161B04}" type="sibTrans" cxnId="{F8A60855-ED46-4C93-8CA9-FB28C3BA19D5}">
      <dgm:prSet/>
      <dgm:spPr/>
      <dgm:t>
        <a:bodyPr/>
        <a:lstStyle/>
        <a:p>
          <a:endParaRPr lang="en-IN"/>
        </a:p>
      </dgm:t>
    </dgm:pt>
    <dgm:pt modelId="{71F53034-5E5F-461B-801A-DE87C065087A}" type="pres">
      <dgm:prSet presAssocID="{D1D635AC-6C42-4AB6-A4FE-29FFB2B82058}" presName="Name0" presStyleCnt="0">
        <dgm:presLayoutVars>
          <dgm:dir/>
          <dgm:resizeHandles val="exact"/>
        </dgm:presLayoutVars>
      </dgm:prSet>
      <dgm:spPr/>
    </dgm:pt>
    <dgm:pt modelId="{DC99DB1D-F052-4E36-B8CF-F8D01B589FB8}" type="pres">
      <dgm:prSet presAssocID="{D1D635AC-6C42-4AB6-A4FE-29FFB2B82058}" presName="cycle" presStyleCnt="0"/>
      <dgm:spPr/>
    </dgm:pt>
    <dgm:pt modelId="{1F390DEB-A5FA-4B12-95BC-2242B86DD72E}" type="pres">
      <dgm:prSet presAssocID="{43590403-70C5-4596-9252-0A6D3C9DEBED}" presName="nodeFirstNode" presStyleLbl="node1" presStyleIdx="0" presStyleCnt="6">
        <dgm:presLayoutVars>
          <dgm:bulletEnabled val="1"/>
        </dgm:presLayoutVars>
      </dgm:prSet>
      <dgm:spPr>
        <a:prstGeom prst="roundRect">
          <a:avLst/>
        </a:prstGeom>
      </dgm:spPr>
    </dgm:pt>
    <dgm:pt modelId="{59C854A3-AC9C-4E1B-B710-269FFA18F8D4}" type="pres">
      <dgm:prSet presAssocID="{3F7226C9-CC11-4753-9039-188402D5274F}" presName="sibTransFirstNode" presStyleLbl="bgShp" presStyleIdx="0" presStyleCnt="1" custLinFactNeighborX="-229" custLinFactNeighborY="708"/>
      <dgm:spPr>
        <a:prstGeom prst="circularArrow">
          <a:avLst>
            <a:gd name="adj1" fmla="val 5274"/>
            <a:gd name="adj2" fmla="val 312630"/>
            <a:gd name="adj3" fmla="val 14330088"/>
            <a:gd name="adj4" fmla="val 17067600"/>
            <a:gd name="adj5" fmla="val 5477"/>
          </a:avLst>
        </a:prstGeom>
      </dgm:spPr>
    </dgm:pt>
    <dgm:pt modelId="{B54CE8FD-8A06-418A-95E3-4CA3C76AB560}" type="pres">
      <dgm:prSet presAssocID="{EDD74824-780F-4FFD-A79E-BABC476B1D14}" presName="nodeFollowingNodes" presStyleLbl="node1" presStyleIdx="1" presStyleCnt="6">
        <dgm:presLayoutVars>
          <dgm:bulletEnabled val="1"/>
        </dgm:presLayoutVars>
      </dgm:prSet>
      <dgm:spPr>
        <a:prstGeom prst="roundRect">
          <a:avLst/>
        </a:prstGeom>
      </dgm:spPr>
    </dgm:pt>
    <dgm:pt modelId="{E39E1691-D5E3-4773-A502-39460F2564B4}" type="pres">
      <dgm:prSet presAssocID="{84E94E4A-F1A9-43E9-B26E-04548B905B0B}" presName="nodeFollowingNodes" presStyleLbl="node1" presStyleIdx="2" presStyleCnt="6">
        <dgm:presLayoutVars>
          <dgm:bulletEnabled val="1"/>
        </dgm:presLayoutVars>
      </dgm:prSet>
      <dgm:spPr>
        <a:prstGeom prst="roundRect">
          <a:avLst/>
        </a:prstGeom>
      </dgm:spPr>
    </dgm:pt>
    <dgm:pt modelId="{93437BC2-F4CA-4D9A-85AD-CF5039B604E0}" type="pres">
      <dgm:prSet presAssocID="{84A16037-CBCD-4B18-8A6B-24C201BC09F2}" presName="nodeFollowingNodes" presStyleLbl="node1" presStyleIdx="3" presStyleCnt="6">
        <dgm:presLayoutVars>
          <dgm:bulletEnabled val="1"/>
        </dgm:presLayoutVars>
      </dgm:prSet>
      <dgm:spPr/>
    </dgm:pt>
    <dgm:pt modelId="{EACADB34-3BE8-49E8-A129-1097D14D86C3}" type="pres">
      <dgm:prSet presAssocID="{57FE21AD-528B-484B-B732-95CA49AFE4DE}" presName="nodeFollowingNodes" presStyleLbl="node1" presStyleIdx="4" presStyleCnt="6">
        <dgm:presLayoutVars>
          <dgm:bulletEnabled val="1"/>
        </dgm:presLayoutVars>
      </dgm:prSet>
      <dgm:spPr>
        <a:prstGeom prst="roundRect">
          <a:avLst/>
        </a:prstGeom>
      </dgm:spPr>
    </dgm:pt>
    <dgm:pt modelId="{C0D0AF56-C897-4880-9183-D46D344BC05F}" type="pres">
      <dgm:prSet presAssocID="{68E24830-AC8D-44BE-B0ED-4441C1F90AE5}" presName="nodeFollowingNodes" presStyleLbl="node1" presStyleIdx="5" presStyleCnt="6">
        <dgm:presLayoutVars>
          <dgm:bulletEnabled val="1"/>
        </dgm:presLayoutVars>
      </dgm:prSet>
      <dgm:spPr>
        <a:prstGeom prst="roundRect">
          <a:avLst/>
        </a:prstGeom>
      </dgm:spPr>
    </dgm:pt>
  </dgm:ptLst>
  <dgm:cxnLst>
    <dgm:cxn modelId="{D59D7207-4A69-44D1-995D-AB6DE1473A6C}" srcId="{D1D635AC-6C42-4AB6-A4FE-29FFB2B82058}" destId="{43590403-70C5-4596-9252-0A6D3C9DEBED}" srcOrd="0" destOrd="0" parTransId="{F53C79F6-9FCF-4E2F-A99C-39F8FA1D2CD6}" sibTransId="{3F7226C9-CC11-4753-9039-188402D5274F}"/>
    <dgm:cxn modelId="{C641A765-07FC-474F-AA43-C176E2CF39CF}" type="presOf" srcId="{84A16037-CBCD-4B18-8A6B-24C201BC09F2}" destId="{93437BC2-F4CA-4D9A-85AD-CF5039B604E0}" srcOrd="0" destOrd="0" presId="urn:microsoft.com/office/officeart/2005/8/layout/cycle3"/>
    <dgm:cxn modelId="{9F790D69-4777-43A6-8743-0D276FB35A4B}" srcId="{D1D635AC-6C42-4AB6-A4FE-29FFB2B82058}" destId="{68E24830-AC8D-44BE-B0ED-4441C1F90AE5}" srcOrd="5" destOrd="0" parTransId="{D74F79B9-B3D9-4650-9C11-4341A7A02694}" sibTransId="{8C86A960-FFB4-4374-8A4F-580BA651AF03}"/>
    <dgm:cxn modelId="{54228E6A-E995-4A64-A80E-A5F7261CB835}" type="presOf" srcId="{3F7226C9-CC11-4753-9039-188402D5274F}" destId="{59C854A3-AC9C-4E1B-B710-269FFA18F8D4}" srcOrd="0" destOrd="0" presId="urn:microsoft.com/office/officeart/2005/8/layout/cycle3"/>
    <dgm:cxn modelId="{F8A60855-ED46-4C93-8CA9-FB28C3BA19D5}" srcId="{D1D635AC-6C42-4AB6-A4FE-29FFB2B82058}" destId="{84A16037-CBCD-4B18-8A6B-24C201BC09F2}" srcOrd="3" destOrd="0" parTransId="{3ED9FD51-B978-4666-8D80-F5BBFE04B8D2}" sibTransId="{F3EB957B-6F89-4D5A-82B1-15812E161B04}"/>
    <dgm:cxn modelId="{58F78978-BE43-478A-B796-1C4F964BA5CF}" type="presOf" srcId="{68E24830-AC8D-44BE-B0ED-4441C1F90AE5}" destId="{C0D0AF56-C897-4880-9183-D46D344BC05F}" srcOrd="0" destOrd="0" presId="urn:microsoft.com/office/officeart/2005/8/layout/cycle3"/>
    <dgm:cxn modelId="{C1560885-5709-4B59-A81D-AD0ED9102504}" srcId="{D1D635AC-6C42-4AB6-A4FE-29FFB2B82058}" destId="{EDD74824-780F-4FFD-A79E-BABC476B1D14}" srcOrd="1" destOrd="0" parTransId="{4CC20B6D-89DE-43E4-A70C-17BB9D8D2AB0}" sibTransId="{9235B6ED-E984-43A6-8C3C-7B623147EBE5}"/>
    <dgm:cxn modelId="{84F9419A-170B-432D-A9FF-0438B96FBA80}" srcId="{D1D635AC-6C42-4AB6-A4FE-29FFB2B82058}" destId="{84E94E4A-F1A9-43E9-B26E-04548B905B0B}" srcOrd="2" destOrd="0" parTransId="{377F13D4-EA16-4042-BA68-02213646E7C7}" sibTransId="{B8E73FDD-F298-441A-8158-453FAA408059}"/>
    <dgm:cxn modelId="{DB38E3B0-35F4-4EC4-ABBC-F123CD4C4162}" srcId="{D1D635AC-6C42-4AB6-A4FE-29FFB2B82058}" destId="{57FE21AD-528B-484B-B732-95CA49AFE4DE}" srcOrd="4" destOrd="0" parTransId="{EE84C658-61D4-43FC-8B1B-927552D331BB}" sibTransId="{65F5D56B-DD14-4BC2-8E83-642E131D8D5D}"/>
    <dgm:cxn modelId="{3FEE8CE1-E81B-4428-94FF-9CAB57B81ED0}" type="presOf" srcId="{43590403-70C5-4596-9252-0A6D3C9DEBED}" destId="{1F390DEB-A5FA-4B12-95BC-2242B86DD72E}" srcOrd="0" destOrd="0" presId="urn:microsoft.com/office/officeart/2005/8/layout/cycle3"/>
    <dgm:cxn modelId="{17CA66E7-FBD3-4E87-88B6-32D3B79C64F5}" type="presOf" srcId="{D1D635AC-6C42-4AB6-A4FE-29FFB2B82058}" destId="{71F53034-5E5F-461B-801A-DE87C065087A}" srcOrd="0" destOrd="0" presId="urn:microsoft.com/office/officeart/2005/8/layout/cycle3"/>
    <dgm:cxn modelId="{B0DE57F1-2406-4A15-8184-A920712F4EAA}" type="presOf" srcId="{EDD74824-780F-4FFD-A79E-BABC476B1D14}" destId="{B54CE8FD-8A06-418A-95E3-4CA3C76AB560}" srcOrd="0" destOrd="0" presId="urn:microsoft.com/office/officeart/2005/8/layout/cycle3"/>
    <dgm:cxn modelId="{A3B94AF6-5FF6-4E2C-977B-9FF607161E1C}" type="presOf" srcId="{84E94E4A-F1A9-43E9-B26E-04548B905B0B}" destId="{E39E1691-D5E3-4773-A502-39460F2564B4}" srcOrd="0" destOrd="0" presId="urn:microsoft.com/office/officeart/2005/8/layout/cycle3"/>
    <dgm:cxn modelId="{A6B7C1F8-DDC1-415B-8C8C-775C34DFEF02}" type="presOf" srcId="{57FE21AD-528B-484B-B732-95CA49AFE4DE}" destId="{EACADB34-3BE8-49E8-A129-1097D14D86C3}" srcOrd="0" destOrd="0" presId="urn:microsoft.com/office/officeart/2005/8/layout/cycle3"/>
    <dgm:cxn modelId="{5F97B3E9-8367-44D5-9914-C51480D894D9}" type="presParOf" srcId="{71F53034-5E5F-461B-801A-DE87C065087A}" destId="{DC99DB1D-F052-4E36-B8CF-F8D01B589FB8}" srcOrd="0" destOrd="0" presId="urn:microsoft.com/office/officeart/2005/8/layout/cycle3"/>
    <dgm:cxn modelId="{FCE7F806-D2D8-4E9C-8E0D-7C3FA9FC39E7}" type="presParOf" srcId="{DC99DB1D-F052-4E36-B8CF-F8D01B589FB8}" destId="{1F390DEB-A5FA-4B12-95BC-2242B86DD72E}" srcOrd="0" destOrd="0" presId="urn:microsoft.com/office/officeart/2005/8/layout/cycle3"/>
    <dgm:cxn modelId="{14DA1DC2-166D-4C8D-91A8-D60B7C38F480}" type="presParOf" srcId="{DC99DB1D-F052-4E36-B8CF-F8D01B589FB8}" destId="{59C854A3-AC9C-4E1B-B710-269FFA18F8D4}" srcOrd="1" destOrd="0" presId="urn:microsoft.com/office/officeart/2005/8/layout/cycle3"/>
    <dgm:cxn modelId="{5CE2A3D9-216A-4619-A9AF-59E5A4A6E04F}" type="presParOf" srcId="{DC99DB1D-F052-4E36-B8CF-F8D01B589FB8}" destId="{B54CE8FD-8A06-418A-95E3-4CA3C76AB560}" srcOrd="2" destOrd="0" presId="urn:microsoft.com/office/officeart/2005/8/layout/cycle3"/>
    <dgm:cxn modelId="{85AB5A37-B185-4997-8D19-0238096B9532}" type="presParOf" srcId="{DC99DB1D-F052-4E36-B8CF-F8D01B589FB8}" destId="{E39E1691-D5E3-4773-A502-39460F2564B4}" srcOrd="3" destOrd="0" presId="urn:microsoft.com/office/officeart/2005/8/layout/cycle3"/>
    <dgm:cxn modelId="{E36AD039-BB19-4660-AD42-FDD5C882223A}" type="presParOf" srcId="{DC99DB1D-F052-4E36-B8CF-F8D01B589FB8}" destId="{93437BC2-F4CA-4D9A-85AD-CF5039B604E0}" srcOrd="4" destOrd="0" presId="urn:microsoft.com/office/officeart/2005/8/layout/cycle3"/>
    <dgm:cxn modelId="{5462F5DE-AEA1-4AF4-BF97-E31BBBCFB5B1}" type="presParOf" srcId="{DC99DB1D-F052-4E36-B8CF-F8D01B589FB8}" destId="{EACADB34-3BE8-49E8-A129-1097D14D86C3}" srcOrd="5" destOrd="0" presId="urn:microsoft.com/office/officeart/2005/8/layout/cycle3"/>
    <dgm:cxn modelId="{70D76737-5AF2-4AE9-B873-35E617810289}" type="presParOf" srcId="{DC99DB1D-F052-4E36-B8CF-F8D01B589FB8}" destId="{C0D0AF56-C897-4880-9183-D46D344BC05F}" srcOrd="6" destOrd="0" presId="urn:microsoft.com/office/officeart/2005/8/layout/cycle3"/>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B8C6B45A-4D7C-49B2-B513-B50CFF464532}" type="doc">
      <dgm:prSet loTypeId="urn:microsoft.com/office/officeart/2005/8/layout/bList2" loCatId="list" qsTypeId="urn:microsoft.com/office/officeart/2005/8/quickstyle/simple1" qsCatId="simple" csTypeId="urn:microsoft.com/office/officeart/2005/8/colors/accent0_3" csCatId="mainScheme" phldr="1"/>
      <dgm:spPr/>
      <dgm:t>
        <a:bodyPr/>
        <a:lstStyle/>
        <a:p>
          <a:endParaRPr lang="en-IN"/>
        </a:p>
      </dgm:t>
    </dgm:pt>
    <dgm:pt modelId="{CE452449-C3FC-4EFC-BB92-9F31E846E2E3}">
      <dgm:prSet phldrT="[Text]"/>
      <dgm:spPr/>
      <dgm:t>
        <a:bodyPr/>
        <a:lstStyle/>
        <a:p>
          <a:pPr>
            <a:buNone/>
          </a:pPr>
          <a:r>
            <a:rPr lang="en-IN" b="1" dirty="0"/>
            <a:t>Observe the process</a:t>
          </a:r>
          <a:br>
            <a:rPr lang="en-IN" dirty="0"/>
          </a:br>
          <a:endParaRPr lang="en-IN" dirty="0"/>
        </a:p>
      </dgm:t>
    </dgm:pt>
    <dgm:pt modelId="{8DA0F033-6A12-49C4-AD44-823A80368613}" type="parTrans" cxnId="{3DBEB8DA-F8C8-43A2-9556-9B8903614602}">
      <dgm:prSet/>
      <dgm:spPr/>
      <dgm:t>
        <a:bodyPr/>
        <a:lstStyle/>
        <a:p>
          <a:endParaRPr lang="en-IN"/>
        </a:p>
      </dgm:t>
    </dgm:pt>
    <dgm:pt modelId="{E56711D1-FFE5-4068-90D2-477C5B571F1C}" type="sibTrans" cxnId="{3DBEB8DA-F8C8-43A2-9556-9B8903614602}">
      <dgm:prSet/>
      <dgm:spPr/>
      <dgm:t>
        <a:bodyPr/>
        <a:lstStyle/>
        <a:p>
          <a:endParaRPr lang="en-IN"/>
        </a:p>
      </dgm:t>
    </dgm:pt>
    <dgm:pt modelId="{E2A95CC8-0497-4C5F-88AA-50E8D9ACBA75}">
      <dgm:prSet phldrT="[Text]"/>
      <dgm:spPr/>
      <dgm:t>
        <a:bodyPr/>
        <a:lstStyle/>
        <a:p>
          <a:pPr>
            <a:buNone/>
          </a:pPr>
          <a:r>
            <a:rPr lang="en-IN" b="1" dirty="0"/>
            <a:t>Measure the work</a:t>
          </a:r>
          <a:br>
            <a:rPr lang="en-IN" dirty="0"/>
          </a:br>
          <a:endParaRPr lang="en-IN" dirty="0"/>
        </a:p>
      </dgm:t>
    </dgm:pt>
    <dgm:pt modelId="{D86BCA0F-8255-4132-A839-4352117E1248}" type="parTrans" cxnId="{9FF82D96-E44C-4A20-8BF6-8C7DD84F84D5}">
      <dgm:prSet/>
      <dgm:spPr/>
      <dgm:t>
        <a:bodyPr/>
        <a:lstStyle/>
        <a:p>
          <a:endParaRPr lang="en-IN"/>
        </a:p>
      </dgm:t>
    </dgm:pt>
    <dgm:pt modelId="{A76FC9BE-1625-473D-AFD8-757A06A9046F}" type="sibTrans" cxnId="{9FF82D96-E44C-4A20-8BF6-8C7DD84F84D5}">
      <dgm:prSet/>
      <dgm:spPr/>
      <dgm:t>
        <a:bodyPr/>
        <a:lstStyle/>
        <a:p>
          <a:endParaRPr lang="en-IN"/>
        </a:p>
      </dgm:t>
    </dgm:pt>
    <dgm:pt modelId="{6928E2A5-6C41-469B-994A-EFB51E498610}">
      <dgm:prSet phldrT="[Text]"/>
      <dgm:spPr/>
      <dgm:t>
        <a:bodyPr/>
        <a:lstStyle/>
        <a:p>
          <a:pPr>
            <a:buNone/>
          </a:pPr>
          <a:r>
            <a:rPr lang="en-IN" b="1"/>
            <a:t>Make the process visible</a:t>
          </a:r>
          <a:br>
            <a:rPr lang="en-IN"/>
          </a:br>
          <a:endParaRPr lang="en-IN" dirty="0"/>
        </a:p>
      </dgm:t>
    </dgm:pt>
    <dgm:pt modelId="{19C133E3-C7BD-4F7F-BA76-3B8D49AD274F}" type="parTrans" cxnId="{2B369A50-0520-4EF5-B98E-77B701830D76}">
      <dgm:prSet/>
      <dgm:spPr/>
      <dgm:t>
        <a:bodyPr/>
        <a:lstStyle/>
        <a:p>
          <a:endParaRPr lang="en-IN"/>
        </a:p>
      </dgm:t>
    </dgm:pt>
    <dgm:pt modelId="{2CE80346-B8DD-4DFA-B094-A836470760AA}" type="sibTrans" cxnId="{2B369A50-0520-4EF5-B98E-77B701830D76}">
      <dgm:prSet/>
      <dgm:spPr/>
      <dgm:t>
        <a:bodyPr/>
        <a:lstStyle/>
        <a:p>
          <a:endParaRPr lang="en-IN"/>
        </a:p>
      </dgm:t>
    </dgm:pt>
    <dgm:pt modelId="{BD0535A0-5B70-4281-9BDE-728ADE4F0C7C}">
      <dgm:prSet phldrT="[Text]"/>
      <dgm:spPr/>
      <dgm:t>
        <a:bodyPr/>
        <a:lstStyle/>
        <a:p>
          <a:pPr>
            <a:buNone/>
          </a:pPr>
          <a:r>
            <a:rPr lang="en-IN" b="1" dirty="0"/>
            <a:t>Connect findings to action</a:t>
          </a:r>
          <a:br>
            <a:rPr lang="en-IN" dirty="0"/>
          </a:br>
          <a:endParaRPr lang="en-IN" dirty="0"/>
        </a:p>
      </dgm:t>
    </dgm:pt>
    <dgm:pt modelId="{EBA1C7E6-BAB9-425D-891E-290A8F227074}" type="parTrans" cxnId="{556D0151-EAE3-4A1F-9B95-8648B7EC9C25}">
      <dgm:prSet/>
      <dgm:spPr/>
      <dgm:t>
        <a:bodyPr/>
        <a:lstStyle/>
        <a:p>
          <a:endParaRPr lang="en-IN"/>
        </a:p>
      </dgm:t>
    </dgm:pt>
    <dgm:pt modelId="{D5982E8A-61A5-49CB-BC49-B520D809943B}" type="sibTrans" cxnId="{556D0151-EAE3-4A1F-9B95-8648B7EC9C25}">
      <dgm:prSet/>
      <dgm:spPr/>
      <dgm:t>
        <a:bodyPr/>
        <a:lstStyle/>
        <a:p>
          <a:endParaRPr lang="en-IN"/>
        </a:p>
      </dgm:t>
    </dgm:pt>
    <dgm:pt modelId="{E215EF20-25A8-4F69-A3A2-93C71506449F}">
      <dgm:prSet custT="1"/>
      <dgm:spPr/>
      <dgm:t>
        <a:bodyPr/>
        <a:lstStyle/>
        <a:p>
          <a:pPr algn="l">
            <a:buNone/>
          </a:pPr>
          <a:r>
            <a:rPr lang="en-IN" sz="900" dirty="0">
              <a:solidFill>
                <a:srgbClr val="F3592E"/>
              </a:solidFill>
            </a:rPr>
            <a:t>Mapped manufacturing flows and studied activities across the press, paint, and final inspection areas.</a:t>
          </a:r>
        </a:p>
      </dgm:t>
    </dgm:pt>
    <dgm:pt modelId="{8E94702A-2905-49B9-AB21-2BD607E8FE4E}" type="parTrans" cxnId="{F415AC72-1526-4818-8488-4AC866CEFDA5}">
      <dgm:prSet/>
      <dgm:spPr/>
      <dgm:t>
        <a:bodyPr/>
        <a:lstStyle/>
        <a:p>
          <a:endParaRPr lang="en-IN"/>
        </a:p>
      </dgm:t>
    </dgm:pt>
    <dgm:pt modelId="{3B33141B-04AC-4453-820D-3D0CE1C21689}" type="sibTrans" cxnId="{F415AC72-1526-4818-8488-4AC866CEFDA5}">
      <dgm:prSet/>
      <dgm:spPr/>
      <dgm:t>
        <a:bodyPr/>
        <a:lstStyle/>
        <a:p>
          <a:endParaRPr lang="en-IN"/>
        </a:p>
      </dgm:t>
    </dgm:pt>
    <dgm:pt modelId="{A08BC64A-433F-4510-AE30-D67C23F10FAB}">
      <dgm:prSet custT="1"/>
      <dgm:spPr/>
      <dgm:t>
        <a:bodyPr/>
        <a:lstStyle/>
        <a:p>
          <a:pPr algn="l">
            <a:buNone/>
          </a:pPr>
          <a:r>
            <a:rPr lang="en-IN" sz="900" b="0" dirty="0">
              <a:latin typeface="Raleway" pitchFamily="2" charset="0"/>
            </a:rPr>
            <a:t>Collected cycle-time and changeover data, including 20+ die changeovers, 40+ cycle studies, and 150+ unloading baskets.</a:t>
          </a:r>
        </a:p>
      </dgm:t>
    </dgm:pt>
    <dgm:pt modelId="{D5534560-4775-49B4-9CC2-048E1D477131}" type="parTrans" cxnId="{A327B524-1D58-4042-81A0-6518F74326EB}">
      <dgm:prSet/>
      <dgm:spPr/>
      <dgm:t>
        <a:bodyPr/>
        <a:lstStyle/>
        <a:p>
          <a:endParaRPr lang="en-IN"/>
        </a:p>
      </dgm:t>
    </dgm:pt>
    <dgm:pt modelId="{DFD914FF-31FC-4E29-AA7A-F99BBE739435}" type="sibTrans" cxnId="{A327B524-1D58-4042-81A0-6518F74326EB}">
      <dgm:prSet/>
      <dgm:spPr/>
      <dgm:t>
        <a:bodyPr/>
        <a:lstStyle/>
        <a:p>
          <a:endParaRPr lang="en-IN"/>
        </a:p>
      </dgm:t>
    </dgm:pt>
    <dgm:pt modelId="{DEBCB458-B3F7-4596-8857-36FDC6E39072}">
      <dgm:prSet custT="1"/>
      <dgm:spPr/>
      <dgm:t>
        <a:bodyPr/>
        <a:lstStyle/>
        <a:p>
          <a:pPr>
            <a:buNone/>
          </a:pPr>
          <a:r>
            <a:rPr lang="en-IN" sz="900" b="0" dirty="0">
              <a:solidFill>
                <a:srgbClr val="F3592E"/>
              </a:solidFill>
              <a:latin typeface="Raleway" pitchFamily="2" charset="0"/>
            </a:rPr>
            <a:t>Used Gantt charts, layout maps, and a Python simulation developed with AI-assisted coding to show activity sequence, trolley movement, and delays</a:t>
          </a:r>
          <a:r>
            <a:rPr lang="en-IN" sz="900" dirty="0">
              <a:latin typeface="Raleway" pitchFamily="2" charset="0"/>
            </a:rPr>
            <a:t>.</a:t>
          </a:r>
        </a:p>
      </dgm:t>
    </dgm:pt>
    <dgm:pt modelId="{640FA19C-A379-4958-97FC-B6A875FCA2A1}" type="parTrans" cxnId="{95E083EB-35F5-449F-B8FE-9351209C20A0}">
      <dgm:prSet/>
      <dgm:spPr/>
      <dgm:t>
        <a:bodyPr/>
        <a:lstStyle/>
        <a:p>
          <a:endParaRPr lang="en-IN"/>
        </a:p>
      </dgm:t>
    </dgm:pt>
    <dgm:pt modelId="{CB58F28E-1059-4A1B-BD25-D1E97C28092B}" type="sibTrans" cxnId="{95E083EB-35F5-449F-B8FE-9351209C20A0}">
      <dgm:prSet/>
      <dgm:spPr/>
      <dgm:t>
        <a:bodyPr/>
        <a:lstStyle/>
        <a:p>
          <a:endParaRPr lang="en-IN"/>
        </a:p>
      </dgm:t>
    </dgm:pt>
    <dgm:pt modelId="{873B4A59-ACED-4944-AF2C-2E344FD34B39}">
      <dgm:prSet custT="1"/>
      <dgm:spPr/>
      <dgm:t>
        <a:bodyPr/>
        <a:lstStyle/>
        <a:p>
          <a:pPr>
            <a:buNone/>
          </a:pPr>
          <a:r>
            <a:rPr lang="en-IN" sz="900" dirty="0">
              <a:latin typeface="Raleway" pitchFamily="2" charset="0"/>
              <a:ea typeface="Roboto" panose="02000000000000000000" pitchFamily="2" charset="0"/>
              <a:cs typeface="Roboto" panose="02000000000000000000" pitchFamily="2" charset="0"/>
            </a:rPr>
            <a:t>Examined alarm-related wagon delays, OEE, bottlenecks, rework, and rejection trends to identify where further investigation could help.</a:t>
          </a:r>
        </a:p>
      </dgm:t>
    </dgm:pt>
    <dgm:pt modelId="{8F0A8BAE-E51D-42EF-9AD3-24B8F2A320BA}" type="parTrans" cxnId="{5CAF9CCA-6F2D-4BC2-AE3C-D05493188425}">
      <dgm:prSet/>
      <dgm:spPr/>
      <dgm:t>
        <a:bodyPr/>
        <a:lstStyle/>
        <a:p>
          <a:endParaRPr lang="en-IN"/>
        </a:p>
      </dgm:t>
    </dgm:pt>
    <dgm:pt modelId="{F607225A-BCF8-4607-9383-2514D569A4B6}" type="sibTrans" cxnId="{5CAF9CCA-6F2D-4BC2-AE3C-D05493188425}">
      <dgm:prSet/>
      <dgm:spPr/>
      <dgm:t>
        <a:bodyPr/>
        <a:lstStyle/>
        <a:p>
          <a:endParaRPr lang="en-IN"/>
        </a:p>
      </dgm:t>
    </dgm:pt>
    <dgm:pt modelId="{1643A3F7-D226-445E-99B5-0D011118DCCA}" type="pres">
      <dgm:prSet presAssocID="{B8C6B45A-4D7C-49B2-B513-B50CFF464532}" presName="diagram" presStyleCnt="0">
        <dgm:presLayoutVars>
          <dgm:dir/>
          <dgm:animLvl val="lvl"/>
          <dgm:resizeHandles val="exact"/>
        </dgm:presLayoutVars>
      </dgm:prSet>
      <dgm:spPr/>
    </dgm:pt>
    <dgm:pt modelId="{54AE983C-78FC-47AB-9AED-0412E5B7E33D}" type="pres">
      <dgm:prSet presAssocID="{CE452449-C3FC-4EFC-BB92-9F31E846E2E3}" presName="compNode" presStyleCnt="0"/>
      <dgm:spPr/>
    </dgm:pt>
    <dgm:pt modelId="{B8B04F14-AB77-4526-BB90-2664058C82A5}" type="pres">
      <dgm:prSet presAssocID="{CE452449-C3FC-4EFC-BB92-9F31E846E2E3}" presName="childRect" presStyleLbl="bgAcc1" presStyleIdx="0" presStyleCnt="4">
        <dgm:presLayoutVars>
          <dgm:bulletEnabled val="1"/>
        </dgm:presLayoutVars>
      </dgm:prSet>
      <dgm:spPr/>
    </dgm:pt>
    <dgm:pt modelId="{1A67CE31-7817-49A3-AC6E-6039EFE35CFB}" type="pres">
      <dgm:prSet presAssocID="{CE452449-C3FC-4EFC-BB92-9F31E846E2E3}" presName="parentText" presStyleLbl="node1" presStyleIdx="0" presStyleCnt="0">
        <dgm:presLayoutVars>
          <dgm:chMax val="0"/>
          <dgm:bulletEnabled val="1"/>
        </dgm:presLayoutVars>
      </dgm:prSet>
      <dgm:spPr/>
    </dgm:pt>
    <dgm:pt modelId="{6E12977D-AC2F-4CBE-9F65-209E9FDF11E1}" type="pres">
      <dgm:prSet presAssocID="{CE452449-C3FC-4EFC-BB92-9F31E846E2E3}" presName="parentRect" presStyleLbl="alignNode1" presStyleIdx="0" presStyleCnt="4"/>
      <dgm:spPr/>
    </dgm:pt>
    <dgm:pt modelId="{F030F08A-8D0A-4610-A47A-9C6EF2A124D1}" type="pres">
      <dgm:prSet presAssocID="{CE452449-C3FC-4EFC-BB92-9F31E846E2E3}" presName="adorn" presStyleLbl="fgAccFollowNode1" presStyleIdx="0" presStyleCnt="4"/>
      <dgm:spPr>
        <a:blipFill>
          <a:blip xmlns:r="http://schemas.openxmlformats.org/officeDocument/2006/relationships" r:embed="rId1"/>
          <a:srcRect/>
          <a:stretch>
            <a:fillRect l="-39000" r="-39000"/>
          </a:stretch>
        </a:blipFill>
      </dgm:spPr>
    </dgm:pt>
    <dgm:pt modelId="{A3B55067-A0AA-4914-AD1C-F8BFD2AAD50F}" type="pres">
      <dgm:prSet presAssocID="{E56711D1-FFE5-4068-90D2-477C5B571F1C}" presName="sibTrans" presStyleLbl="sibTrans2D1" presStyleIdx="0" presStyleCnt="0"/>
      <dgm:spPr/>
    </dgm:pt>
    <dgm:pt modelId="{B863C3D7-166C-4160-8DB1-8F15921AD741}" type="pres">
      <dgm:prSet presAssocID="{E2A95CC8-0497-4C5F-88AA-50E8D9ACBA75}" presName="compNode" presStyleCnt="0"/>
      <dgm:spPr/>
    </dgm:pt>
    <dgm:pt modelId="{EE95C6D1-61BA-4694-9208-A0B2E2EB0C99}" type="pres">
      <dgm:prSet presAssocID="{E2A95CC8-0497-4C5F-88AA-50E8D9ACBA75}" presName="childRect" presStyleLbl="bgAcc1" presStyleIdx="1" presStyleCnt="4">
        <dgm:presLayoutVars>
          <dgm:bulletEnabled val="1"/>
        </dgm:presLayoutVars>
      </dgm:prSet>
      <dgm:spPr/>
    </dgm:pt>
    <dgm:pt modelId="{9AA721E8-8E94-4B20-A7C7-96ED180F25A3}" type="pres">
      <dgm:prSet presAssocID="{E2A95CC8-0497-4C5F-88AA-50E8D9ACBA75}" presName="parentText" presStyleLbl="node1" presStyleIdx="0" presStyleCnt="0">
        <dgm:presLayoutVars>
          <dgm:chMax val="0"/>
          <dgm:bulletEnabled val="1"/>
        </dgm:presLayoutVars>
      </dgm:prSet>
      <dgm:spPr/>
    </dgm:pt>
    <dgm:pt modelId="{BC5D3527-E14D-4633-A8FC-AA7FD6638089}" type="pres">
      <dgm:prSet presAssocID="{E2A95CC8-0497-4C5F-88AA-50E8D9ACBA75}" presName="parentRect" presStyleLbl="alignNode1" presStyleIdx="1" presStyleCnt="4"/>
      <dgm:spPr/>
    </dgm:pt>
    <dgm:pt modelId="{47743A2F-7F6E-4324-8E10-26816D737EEA}" type="pres">
      <dgm:prSet presAssocID="{E2A95CC8-0497-4C5F-88AA-50E8D9ACBA75}" presName="adorn" presStyleLbl="fgAccFollowNode1" presStyleIdx="1" presStyleCnt="4"/>
      <dgm:spPr>
        <a:blipFill>
          <a:blip xmlns:r="http://schemas.openxmlformats.org/officeDocument/2006/relationships" r:embed="rId2"/>
          <a:srcRect/>
          <a:stretch>
            <a:fillRect l="-25000" r="-25000"/>
          </a:stretch>
        </a:blipFill>
      </dgm:spPr>
      <dgm:extLst>
        <a:ext uri="{E40237B7-FDA0-4F09-8148-C483321AD2D9}">
          <dgm14:cNvPr xmlns:dgm14="http://schemas.microsoft.com/office/drawing/2010/diagram" id="0" name="" descr="A desk with technical drawings, pencil and tools"/>
        </a:ext>
      </dgm:extLst>
    </dgm:pt>
    <dgm:pt modelId="{C91F652B-39F0-4403-89BF-C636AE0C4A1A}" type="pres">
      <dgm:prSet presAssocID="{A76FC9BE-1625-473D-AFD8-757A06A9046F}" presName="sibTrans" presStyleLbl="sibTrans2D1" presStyleIdx="0" presStyleCnt="0"/>
      <dgm:spPr/>
    </dgm:pt>
    <dgm:pt modelId="{0D0823FE-E7AF-407D-ACBE-BE459340E26A}" type="pres">
      <dgm:prSet presAssocID="{6928E2A5-6C41-469B-994A-EFB51E498610}" presName="compNode" presStyleCnt="0"/>
      <dgm:spPr/>
    </dgm:pt>
    <dgm:pt modelId="{5D5DA706-B653-43F5-8E2C-DFF9D3363882}" type="pres">
      <dgm:prSet presAssocID="{6928E2A5-6C41-469B-994A-EFB51E498610}" presName="childRect" presStyleLbl="bgAcc1" presStyleIdx="2" presStyleCnt="4" custLinFactNeighborY="1615">
        <dgm:presLayoutVars>
          <dgm:bulletEnabled val="1"/>
        </dgm:presLayoutVars>
      </dgm:prSet>
      <dgm:spPr/>
    </dgm:pt>
    <dgm:pt modelId="{36FF8538-E44F-4E01-B487-660D60C22EEC}" type="pres">
      <dgm:prSet presAssocID="{6928E2A5-6C41-469B-994A-EFB51E498610}" presName="parentText" presStyleLbl="node1" presStyleIdx="0" presStyleCnt="0">
        <dgm:presLayoutVars>
          <dgm:chMax val="0"/>
          <dgm:bulletEnabled val="1"/>
        </dgm:presLayoutVars>
      </dgm:prSet>
      <dgm:spPr/>
    </dgm:pt>
    <dgm:pt modelId="{2E6B1E9A-EDC4-4DE9-BE9F-AEB791CFD967}" type="pres">
      <dgm:prSet presAssocID="{6928E2A5-6C41-469B-994A-EFB51E498610}" presName="parentRect" presStyleLbl="alignNode1" presStyleIdx="2" presStyleCnt="4"/>
      <dgm:spPr/>
    </dgm:pt>
    <dgm:pt modelId="{B58CD218-B06C-4F7E-9A03-3AFA5E289F87}" type="pres">
      <dgm:prSet presAssocID="{6928E2A5-6C41-469B-994A-EFB51E498610}" presName="adorn" presStyleLbl="fgAccFollowNode1" presStyleIdx="2" presStyleCnt="4"/>
      <dgm:spPr>
        <a:blipFill>
          <a:blip xmlns:r="http://schemas.openxmlformats.org/officeDocument/2006/relationships" r:embed="rId3"/>
          <a:srcRect/>
          <a:stretch>
            <a:fillRect l="-25000" r="-25000"/>
          </a:stretch>
        </a:blipFill>
      </dgm:spPr>
      <dgm:extLst>
        <a:ext uri="{E40237B7-FDA0-4F09-8148-C483321AD2D9}">
          <dgm14:cNvPr xmlns:dgm14="http://schemas.microsoft.com/office/drawing/2010/diagram" id="0" name="" descr="Man drawing chart on clear screen"/>
        </a:ext>
      </dgm:extLst>
    </dgm:pt>
    <dgm:pt modelId="{77CD6F94-F2EB-447A-8249-30CC92599D8A}" type="pres">
      <dgm:prSet presAssocID="{2CE80346-B8DD-4DFA-B094-A836470760AA}" presName="sibTrans" presStyleLbl="sibTrans2D1" presStyleIdx="0" presStyleCnt="0"/>
      <dgm:spPr/>
    </dgm:pt>
    <dgm:pt modelId="{6B92AAF6-85BF-4949-959D-946329F2DF9E}" type="pres">
      <dgm:prSet presAssocID="{BD0535A0-5B70-4281-9BDE-728ADE4F0C7C}" presName="compNode" presStyleCnt="0"/>
      <dgm:spPr/>
    </dgm:pt>
    <dgm:pt modelId="{D81E99F1-ED8C-4562-BB94-4ACF6EA339E7}" type="pres">
      <dgm:prSet presAssocID="{BD0535A0-5B70-4281-9BDE-728ADE4F0C7C}" presName="childRect" presStyleLbl="bgAcc1" presStyleIdx="3" presStyleCnt="4" custLinFactNeighborY="-769">
        <dgm:presLayoutVars>
          <dgm:bulletEnabled val="1"/>
        </dgm:presLayoutVars>
      </dgm:prSet>
      <dgm:spPr/>
    </dgm:pt>
    <dgm:pt modelId="{EB40FC93-B322-41D2-BFEB-6BB1B5FD2AE5}" type="pres">
      <dgm:prSet presAssocID="{BD0535A0-5B70-4281-9BDE-728ADE4F0C7C}" presName="parentText" presStyleLbl="node1" presStyleIdx="0" presStyleCnt="0">
        <dgm:presLayoutVars>
          <dgm:chMax val="0"/>
          <dgm:bulletEnabled val="1"/>
        </dgm:presLayoutVars>
      </dgm:prSet>
      <dgm:spPr/>
    </dgm:pt>
    <dgm:pt modelId="{6F738B1E-58FC-447D-A6B0-E98D5E7B7CA6}" type="pres">
      <dgm:prSet presAssocID="{BD0535A0-5B70-4281-9BDE-728ADE4F0C7C}" presName="parentRect" presStyleLbl="alignNode1" presStyleIdx="3" presStyleCnt="4"/>
      <dgm:spPr/>
    </dgm:pt>
    <dgm:pt modelId="{74E8EACC-4D66-4875-A81A-2B32F60E119B}" type="pres">
      <dgm:prSet presAssocID="{BD0535A0-5B70-4281-9BDE-728ADE4F0C7C}" presName="adorn" presStyleLbl="fgAccFollowNode1" presStyleIdx="3" presStyleCnt="4"/>
      <dgm:spPr>
        <a:blipFill>
          <a:blip xmlns:r="http://schemas.openxmlformats.org/officeDocument/2006/relationships" r:embed="rId4"/>
          <a:srcRect/>
          <a:stretch>
            <a:fillRect l="-39000" r="-39000"/>
          </a:stretch>
        </a:blipFill>
      </dgm:spPr>
      <dgm:extLst>
        <a:ext uri="{E40237B7-FDA0-4F09-8148-C483321AD2D9}">
          <dgm14:cNvPr xmlns:dgm14="http://schemas.microsoft.com/office/drawing/2010/diagram" id="0" name="" descr="Digital financial graph"/>
        </a:ext>
      </dgm:extLst>
    </dgm:pt>
  </dgm:ptLst>
  <dgm:cxnLst>
    <dgm:cxn modelId="{605BBE0D-202B-48F3-9966-E3532299CE6A}" type="presOf" srcId="{CE452449-C3FC-4EFC-BB92-9F31E846E2E3}" destId="{6E12977D-AC2F-4CBE-9F65-209E9FDF11E1}" srcOrd="1" destOrd="0" presId="urn:microsoft.com/office/officeart/2005/8/layout/bList2"/>
    <dgm:cxn modelId="{2A8CF111-51DA-484D-B6EF-9067A5C7D961}" type="presOf" srcId="{BD0535A0-5B70-4281-9BDE-728ADE4F0C7C}" destId="{EB40FC93-B322-41D2-BFEB-6BB1B5FD2AE5}" srcOrd="0" destOrd="0" presId="urn:microsoft.com/office/officeart/2005/8/layout/bList2"/>
    <dgm:cxn modelId="{E329181A-04EC-404C-9D5C-12DD76852E4B}" type="presOf" srcId="{A08BC64A-433F-4510-AE30-D67C23F10FAB}" destId="{EE95C6D1-61BA-4694-9208-A0B2E2EB0C99}" srcOrd="0" destOrd="0" presId="urn:microsoft.com/office/officeart/2005/8/layout/bList2"/>
    <dgm:cxn modelId="{A327B524-1D58-4042-81A0-6518F74326EB}" srcId="{E2A95CC8-0497-4C5F-88AA-50E8D9ACBA75}" destId="{A08BC64A-433F-4510-AE30-D67C23F10FAB}" srcOrd="0" destOrd="0" parTransId="{D5534560-4775-49B4-9CC2-048E1D477131}" sibTransId="{DFD914FF-31FC-4E29-AA7A-F99BBE739435}"/>
    <dgm:cxn modelId="{B4E0C72B-AE7B-4090-8B62-BA06D06DC979}" type="presOf" srcId="{E2A95CC8-0497-4C5F-88AA-50E8D9ACBA75}" destId="{9AA721E8-8E94-4B20-A7C7-96ED180F25A3}" srcOrd="0" destOrd="0" presId="urn:microsoft.com/office/officeart/2005/8/layout/bList2"/>
    <dgm:cxn modelId="{40D43461-1FFF-40C3-9450-53263235318F}" type="presOf" srcId="{A76FC9BE-1625-473D-AFD8-757A06A9046F}" destId="{C91F652B-39F0-4403-89BF-C636AE0C4A1A}" srcOrd="0" destOrd="0" presId="urn:microsoft.com/office/officeart/2005/8/layout/bList2"/>
    <dgm:cxn modelId="{B5730A43-E1AE-4684-ACDE-FAF1DAB3CE59}" type="presOf" srcId="{873B4A59-ACED-4944-AF2C-2E344FD34B39}" destId="{D81E99F1-ED8C-4562-BB94-4ACF6EA339E7}" srcOrd="0" destOrd="0" presId="urn:microsoft.com/office/officeart/2005/8/layout/bList2"/>
    <dgm:cxn modelId="{2B369A50-0520-4EF5-B98E-77B701830D76}" srcId="{B8C6B45A-4D7C-49B2-B513-B50CFF464532}" destId="{6928E2A5-6C41-469B-994A-EFB51E498610}" srcOrd="2" destOrd="0" parTransId="{19C133E3-C7BD-4F7F-BA76-3B8D49AD274F}" sibTransId="{2CE80346-B8DD-4DFA-B094-A836470760AA}"/>
    <dgm:cxn modelId="{556D0151-EAE3-4A1F-9B95-8648B7EC9C25}" srcId="{B8C6B45A-4D7C-49B2-B513-B50CFF464532}" destId="{BD0535A0-5B70-4281-9BDE-728ADE4F0C7C}" srcOrd="3" destOrd="0" parTransId="{EBA1C7E6-BAB9-425D-891E-290A8F227074}" sibTransId="{D5982E8A-61A5-49CB-BC49-B520D809943B}"/>
    <dgm:cxn modelId="{701B4652-5514-40E0-B2C4-801962360AA8}" type="presOf" srcId="{6928E2A5-6C41-469B-994A-EFB51E498610}" destId="{36FF8538-E44F-4E01-B487-660D60C22EEC}" srcOrd="0" destOrd="0" presId="urn:microsoft.com/office/officeart/2005/8/layout/bList2"/>
    <dgm:cxn modelId="{F415AC72-1526-4818-8488-4AC866CEFDA5}" srcId="{CE452449-C3FC-4EFC-BB92-9F31E846E2E3}" destId="{E215EF20-25A8-4F69-A3A2-93C71506449F}" srcOrd="0" destOrd="0" parTransId="{8E94702A-2905-49B9-AB21-2BD607E8FE4E}" sibTransId="{3B33141B-04AC-4453-820D-3D0CE1C21689}"/>
    <dgm:cxn modelId="{33A11253-8B14-40D6-8E4E-0652392A0760}" type="presOf" srcId="{6928E2A5-6C41-469B-994A-EFB51E498610}" destId="{2E6B1E9A-EDC4-4DE9-BE9F-AEB791CFD967}" srcOrd="1" destOrd="0" presId="urn:microsoft.com/office/officeart/2005/8/layout/bList2"/>
    <dgm:cxn modelId="{E2A72775-4054-4049-BC65-4288143442F9}" type="presOf" srcId="{E56711D1-FFE5-4068-90D2-477C5B571F1C}" destId="{A3B55067-A0AA-4914-AD1C-F8BFD2AAD50F}" srcOrd="0" destOrd="0" presId="urn:microsoft.com/office/officeart/2005/8/layout/bList2"/>
    <dgm:cxn modelId="{03A4378A-D339-47B9-A26E-AC22FFBB8003}" type="presOf" srcId="{BD0535A0-5B70-4281-9BDE-728ADE4F0C7C}" destId="{6F738B1E-58FC-447D-A6B0-E98D5E7B7CA6}" srcOrd="1" destOrd="0" presId="urn:microsoft.com/office/officeart/2005/8/layout/bList2"/>
    <dgm:cxn modelId="{D5022B8C-3B81-48B3-9A6E-F48E732B2C85}" type="presOf" srcId="{CE452449-C3FC-4EFC-BB92-9F31E846E2E3}" destId="{1A67CE31-7817-49A3-AC6E-6039EFE35CFB}" srcOrd="0" destOrd="0" presId="urn:microsoft.com/office/officeart/2005/8/layout/bList2"/>
    <dgm:cxn modelId="{C9C28C8E-ED19-4C75-8795-1BC39A371C43}" type="presOf" srcId="{E215EF20-25A8-4F69-A3A2-93C71506449F}" destId="{B8B04F14-AB77-4526-BB90-2664058C82A5}" srcOrd="0" destOrd="0" presId="urn:microsoft.com/office/officeart/2005/8/layout/bList2"/>
    <dgm:cxn modelId="{9FF82D96-E44C-4A20-8BF6-8C7DD84F84D5}" srcId="{B8C6B45A-4D7C-49B2-B513-B50CFF464532}" destId="{E2A95CC8-0497-4C5F-88AA-50E8D9ACBA75}" srcOrd="1" destOrd="0" parTransId="{D86BCA0F-8255-4132-A839-4352117E1248}" sibTransId="{A76FC9BE-1625-473D-AFD8-757A06A9046F}"/>
    <dgm:cxn modelId="{43744EA0-9A8B-4E6D-A182-D178593A0664}" type="presOf" srcId="{DEBCB458-B3F7-4596-8857-36FDC6E39072}" destId="{5D5DA706-B653-43F5-8E2C-DFF9D3363882}" srcOrd="0" destOrd="0" presId="urn:microsoft.com/office/officeart/2005/8/layout/bList2"/>
    <dgm:cxn modelId="{99DBDEC5-E7A4-4363-B899-CAC867373602}" type="presOf" srcId="{2CE80346-B8DD-4DFA-B094-A836470760AA}" destId="{77CD6F94-F2EB-447A-8249-30CC92599D8A}" srcOrd="0" destOrd="0" presId="urn:microsoft.com/office/officeart/2005/8/layout/bList2"/>
    <dgm:cxn modelId="{5CAF9CCA-6F2D-4BC2-AE3C-D05493188425}" srcId="{BD0535A0-5B70-4281-9BDE-728ADE4F0C7C}" destId="{873B4A59-ACED-4944-AF2C-2E344FD34B39}" srcOrd="0" destOrd="0" parTransId="{8F0A8BAE-E51D-42EF-9AD3-24B8F2A320BA}" sibTransId="{F607225A-BCF8-4607-9383-2514D569A4B6}"/>
    <dgm:cxn modelId="{3DBEB8DA-F8C8-43A2-9556-9B8903614602}" srcId="{B8C6B45A-4D7C-49B2-B513-B50CFF464532}" destId="{CE452449-C3FC-4EFC-BB92-9F31E846E2E3}" srcOrd="0" destOrd="0" parTransId="{8DA0F033-6A12-49C4-AD44-823A80368613}" sibTransId="{E56711D1-FFE5-4068-90D2-477C5B571F1C}"/>
    <dgm:cxn modelId="{0A0662DB-92EF-4515-B735-1A084DC10078}" type="presOf" srcId="{B8C6B45A-4D7C-49B2-B513-B50CFF464532}" destId="{1643A3F7-D226-445E-99B5-0D011118DCCA}" srcOrd="0" destOrd="0" presId="urn:microsoft.com/office/officeart/2005/8/layout/bList2"/>
    <dgm:cxn modelId="{43DB28E9-11B2-4F99-B6F9-09F72CAAE632}" type="presOf" srcId="{E2A95CC8-0497-4C5F-88AA-50E8D9ACBA75}" destId="{BC5D3527-E14D-4633-A8FC-AA7FD6638089}" srcOrd="1" destOrd="0" presId="urn:microsoft.com/office/officeart/2005/8/layout/bList2"/>
    <dgm:cxn modelId="{95E083EB-35F5-449F-B8FE-9351209C20A0}" srcId="{6928E2A5-6C41-469B-994A-EFB51E498610}" destId="{DEBCB458-B3F7-4596-8857-36FDC6E39072}" srcOrd="0" destOrd="0" parTransId="{640FA19C-A379-4958-97FC-B6A875FCA2A1}" sibTransId="{CB58F28E-1059-4A1B-BD25-D1E97C28092B}"/>
    <dgm:cxn modelId="{95336CE1-E949-4718-B645-7E06413D3EB5}" type="presParOf" srcId="{1643A3F7-D226-445E-99B5-0D011118DCCA}" destId="{54AE983C-78FC-47AB-9AED-0412E5B7E33D}" srcOrd="0" destOrd="0" presId="urn:microsoft.com/office/officeart/2005/8/layout/bList2"/>
    <dgm:cxn modelId="{9FE717D9-BD12-499D-9346-162E9C231370}" type="presParOf" srcId="{54AE983C-78FC-47AB-9AED-0412E5B7E33D}" destId="{B8B04F14-AB77-4526-BB90-2664058C82A5}" srcOrd="0" destOrd="0" presId="urn:microsoft.com/office/officeart/2005/8/layout/bList2"/>
    <dgm:cxn modelId="{4CDA0F7A-E525-4D06-99E4-51C4116842C4}" type="presParOf" srcId="{54AE983C-78FC-47AB-9AED-0412E5B7E33D}" destId="{1A67CE31-7817-49A3-AC6E-6039EFE35CFB}" srcOrd="1" destOrd="0" presId="urn:microsoft.com/office/officeart/2005/8/layout/bList2"/>
    <dgm:cxn modelId="{AEF26F6F-340A-49D6-A32C-724B7D5D0D4E}" type="presParOf" srcId="{54AE983C-78FC-47AB-9AED-0412E5B7E33D}" destId="{6E12977D-AC2F-4CBE-9F65-209E9FDF11E1}" srcOrd="2" destOrd="0" presId="urn:microsoft.com/office/officeart/2005/8/layout/bList2"/>
    <dgm:cxn modelId="{42D41DE6-62CE-4DF5-A89A-E581942C2208}" type="presParOf" srcId="{54AE983C-78FC-47AB-9AED-0412E5B7E33D}" destId="{F030F08A-8D0A-4610-A47A-9C6EF2A124D1}" srcOrd="3" destOrd="0" presId="urn:microsoft.com/office/officeart/2005/8/layout/bList2"/>
    <dgm:cxn modelId="{700C1778-FE45-472E-8CC9-BC923A0CBE6D}" type="presParOf" srcId="{1643A3F7-D226-445E-99B5-0D011118DCCA}" destId="{A3B55067-A0AA-4914-AD1C-F8BFD2AAD50F}" srcOrd="1" destOrd="0" presId="urn:microsoft.com/office/officeart/2005/8/layout/bList2"/>
    <dgm:cxn modelId="{660465E3-A63B-4698-8AAD-6FC6FB3F922D}" type="presParOf" srcId="{1643A3F7-D226-445E-99B5-0D011118DCCA}" destId="{B863C3D7-166C-4160-8DB1-8F15921AD741}" srcOrd="2" destOrd="0" presId="urn:microsoft.com/office/officeart/2005/8/layout/bList2"/>
    <dgm:cxn modelId="{0294BBEB-2831-4D9F-B829-2B6ACCB6DF0E}" type="presParOf" srcId="{B863C3D7-166C-4160-8DB1-8F15921AD741}" destId="{EE95C6D1-61BA-4694-9208-A0B2E2EB0C99}" srcOrd="0" destOrd="0" presId="urn:microsoft.com/office/officeart/2005/8/layout/bList2"/>
    <dgm:cxn modelId="{2AFAB638-9C87-438C-AE8D-BC6C95D85690}" type="presParOf" srcId="{B863C3D7-166C-4160-8DB1-8F15921AD741}" destId="{9AA721E8-8E94-4B20-A7C7-96ED180F25A3}" srcOrd="1" destOrd="0" presId="urn:microsoft.com/office/officeart/2005/8/layout/bList2"/>
    <dgm:cxn modelId="{82A28C83-016D-4127-BB9E-CD51D4139DCF}" type="presParOf" srcId="{B863C3D7-166C-4160-8DB1-8F15921AD741}" destId="{BC5D3527-E14D-4633-A8FC-AA7FD6638089}" srcOrd="2" destOrd="0" presId="urn:microsoft.com/office/officeart/2005/8/layout/bList2"/>
    <dgm:cxn modelId="{F69584F7-DB02-421D-AFD8-147D0482CC2A}" type="presParOf" srcId="{B863C3D7-166C-4160-8DB1-8F15921AD741}" destId="{47743A2F-7F6E-4324-8E10-26816D737EEA}" srcOrd="3" destOrd="0" presId="urn:microsoft.com/office/officeart/2005/8/layout/bList2"/>
    <dgm:cxn modelId="{D44DE385-CE23-40E5-B902-90123EC98643}" type="presParOf" srcId="{1643A3F7-D226-445E-99B5-0D011118DCCA}" destId="{C91F652B-39F0-4403-89BF-C636AE0C4A1A}" srcOrd="3" destOrd="0" presId="urn:microsoft.com/office/officeart/2005/8/layout/bList2"/>
    <dgm:cxn modelId="{97D02C18-2665-4AE2-AED9-206BF86AF84F}" type="presParOf" srcId="{1643A3F7-D226-445E-99B5-0D011118DCCA}" destId="{0D0823FE-E7AF-407D-ACBE-BE459340E26A}" srcOrd="4" destOrd="0" presId="urn:microsoft.com/office/officeart/2005/8/layout/bList2"/>
    <dgm:cxn modelId="{C0A55A1E-AE2A-46D7-AD36-39DCAB05559D}" type="presParOf" srcId="{0D0823FE-E7AF-407D-ACBE-BE459340E26A}" destId="{5D5DA706-B653-43F5-8E2C-DFF9D3363882}" srcOrd="0" destOrd="0" presId="urn:microsoft.com/office/officeart/2005/8/layout/bList2"/>
    <dgm:cxn modelId="{83736397-3B00-4C50-A85F-F9EF706173FC}" type="presParOf" srcId="{0D0823FE-E7AF-407D-ACBE-BE459340E26A}" destId="{36FF8538-E44F-4E01-B487-660D60C22EEC}" srcOrd="1" destOrd="0" presId="urn:microsoft.com/office/officeart/2005/8/layout/bList2"/>
    <dgm:cxn modelId="{805D714A-6723-4E30-8A13-EE5100290446}" type="presParOf" srcId="{0D0823FE-E7AF-407D-ACBE-BE459340E26A}" destId="{2E6B1E9A-EDC4-4DE9-BE9F-AEB791CFD967}" srcOrd="2" destOrd="0" presId="urn:microsoft.com/office/officeart/2005/8/layout/bList2"/>
    <dgm:cxn modelId="{8325B181-4FF6-47F8-BA5D-6F7F4DD0766E}" type="presParOf" srcId="{0D0823FE-E7AF-407D-ACBE-BE459340E26A}" destId="{B58CD218-B06C-4F7E-9A03-3AFA5E289F87}" srcOrd="3" destOrd="0" presId="urn:microsoft.com/office/officeart/2005/8/layout/bList2"/>
    <dgm:cxn modelId="{FF83325D-B7F2-4CE1-8182-3D01092487B1}" type="presParOf" srcId="{1643A3F7-D226-445E-99B5-0D011118DCCA}" destId="{77CD6F94-F2EB-447A-8249-30CC92599D8A}" srcOrd="5" destOrd="0" presId="urn:microsoft.com/office/officeart/2005/8/layout/bList2"/>
    <dgm:cxn modelId="{65CAA192-4098-47D9-915C-C0C3F0274588}" type="presParOf" srcId="{1643A3F7-D226-445E-99B5-0D011118DCCA}" destId="{6B92AAF6-85BF-4949-959D-946329F2DF9E}" srcOrd="6" destOrd="0" presId="urn:microsoft.com/office/officeart/2005/8/layout/bList2"/>
    <dgm:cxn modelId="{BF767E9E-5C2D-4CA8-85CA-79950B7567B7}" type="presParOf" srcId="{6B92AAF6-85BF-4949-959D-946329F2DF9E}" destId="{D81E99F1-ED8C-4562-BB94-4ACF6EA339E7}" srcOrd="0" destOrd="0" presId="urn:microsoft.com/office/officeart/2005/8/layout/bList2"/>
    <dgm:cxn modelId="{A13CD292-8ED7-4F82-8AE0-A48367267F74}" type="presParOf" srcId="{6B92AAF6-85BF-4949-959D-946329F2DF9E}" destId="{EB40FC93-B322-41D2-BFEB-6BB1B5FD2AE5}" srcOrd="1" destOrd="0" presId="urn:microsoft.com/office/officeart/2005/8/layout/bList2"/>
    <dgm:cxn modelId="{44650674-C3A2-4176-9CC9-DAE17B8BD930}" type="presParOf" srcId="{6B92AAF6-85BF-4949-959D-946329F2DF9E}" destId="{6F738B1E-58FC-447D-A6B0-E98D5E7B7CA6}" srcOrd="2" destOrd="0" presId="urn:microsoft.com/office/officeart/2005/8/layout/bList2"/>
    <dgm:cxn modelId="{6F0A2C67-EDE8-4603-A69C-72F967ED75BC}" type="presParOf" srcId="{6B92AAF6-85BF-4949-959D-946329F2DF9E}" destId="{74E8EACC-4D66-4875-A81A-2B32F60E119B}" srcOrd="3" destOrd="0" presId="urn:microsoft.com/office/officeart/2005/8/layout/b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0E83D5F-C08C-43B4-BC76-2C9C30C2E948}">
      <dsp:nvSpPr>
        <dsp:cNvPr id="0" name=""/>
        <dsp:cNvSpPr/>
      </dsp:nvSpPr>
      <dsp:spPr>
        <a:xfrm>
          <a:off x="192089" y="734790"/>
          <a:ext cx="9220281" cy="19208"/>
        </a:xfrm>
        <a:prstGeom prst="rect">
          <a:avLst/>
        </a:prstGeom>
        <a:solidFill>
          <a:schemeClr val="bg1"/>
        </a:solidFill>
        <a:ln>
          <a:solidFill>
            <a:schemeClr val="bg1"/>
          </a:solidFill>
        </a:ln>
        <a:effectLst/>
      </dsp:spPr>
      <dsp:style>
        <a:lnRef idx="0">
          <a:scrgbClr r="0" g="0" b="0"/>
        </a:lnRef>
        <a:fillRef idx="1">
          <a:scrgbClr r="0" g="0" b="0"/>
        </a:fillRef>
        <a:effectRef idx="0">
          <a:scrgbClr r="0" g="0" b="0"/>
        </a:effectRef>
        <a:fontRef idx="minor"/>
      </dsp:style>
    </dsp:sp>
    <dsp:sp modelId="{8164866B-6473-4995-B21B-4926D1C2D9D7}">
      <dsp:nvSpPr>
        <dsp:cNvPr id="0" name=""/>
        <dsp:cNvSpPr/>
      </dsp:nvSpPr>
      <dsp:spPr>
        <a:xfrm>
          <a:off x="196703" y="151980"/>
          <a:ext cx="2219530" cy="474551"/>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15240" tIns="7620" rIns="15240" bIns="7620" numCol="1" spcCol="1270" anchor="b" anchorCtr="0">
          <a:noAutofit/>
        </a:bodyPr>
        <a:lstStyle/>
        <a:p>
          <a:pPr marL="0" lvl="0" indent="0" algn="ctr" defTabSz="533400">
            <a:lnSpc>
              <a:spcPct val="90000"/>
            </a:lnSpc>
            <a:spcBef>
              <a:spcPct val="0"/>
            </a:spcBef>
            <a:spcAft>
              <a:spcPct val="35000"/>
            </a:spcAft>
            <a:buNone/>
            <a:defRPr b="1">
              <a:solidFill>
                <a:schemeClr val="accent1"/>
              </a:solidFill>
            </a:defRPr>
          </a:pPr>
          <a:r>
            <a:rPr lang="en-US" sz="1200" b="1" u="none" kern="1200" dirty="0">
              <a:solidFill>
                <a:srgbClr val="F15A2B"/>
              </a:solidFill>
              <a:latin typeface="Raleway" pitchFamily="34" charset="0"/>
              <a:ea typeface="Raleway" pitchFamily="34" charset="-122"/>
              <a:cs typeface="Raleway" pitchFamily="34" charset="-120"/>
            </a:rPr>
            <a:t>Onboarding</a:t>
          </a:r>
          <a:r>
            <a:rPr lang="en-US" sz="1200" b="1" u="sng" kern="1200" dirty="0">
              <a:solidFill>
                <a:srgbClr val="F15A2B"/>
              </a:solidFill>
              <a:latin typeface="Raleway" pitchFamily="34" charset="0"/>
              <a:ea typeface="Raleway" pitchFamily="34" charset="-122"/>
              <a:cs typeface="Raleway" pitchFamily="34" charset="-120"/>
            </a:rPr>
            <a:t> </a:t>
          </a:r>
          <a:endParaRPr lang="en-IN" sz="1200" u="sng" kern="1200" dirty="0">
            <a:solidFill>
              <a:srgbClr val="F15A2B"/>
            </a:solidFill>
          </a:endParaRPr>
        </a:p>
      </dsp:txBody>
      <dsp:txXfrm>
        <a:off x="196703" y="151980"/>
        <a:ext cx="2219530" cy="474551"/>
      </dsp:txXfrm>
    </dsp:sp>
    <dsp:sp modelId="{EA2DEF03-E38E-4E32-A99E-3A48AAB47E53}">
      <dsp:nvSpPr>
        <dsp:cNvPr id="0" name=""/>
        <dsp:cNvSpPr/>
      </dsp:nvSpPr>
      <dsp:spPr>
        <a:xfrm>
          <a:off x="1278554" y="716480"/>
          <a:ext cx="55829" cy="55829"/>
        </a:xfrm>
        <a:prstGeom prst="ellipse">
          <a:avLst/>
        </a:prstGeom>
        <a:solidFill>
          <a:srgbClr val="F15A2B"/>
        </a:solidFill>
        <a:ln w="19050" cap="flat" cmpd="sng" algn="ctr">
          <a:solidFill>
            <a:srgbClr val="F15A2B"/>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2E1B4E8-F8EF-4251-8DA9-A32619247B58}">
      <dsp:nvSpPr>
        <dsp:cNvPr id="0" name=""/>
        <dsp:cNvSpPr/>
      </dsp:nvSpPr>
      <dsp:spPr>
        <a:xfrm>
          <a:off x="196703" y="863808"/>
          <a:ext cx="2219530" cy="687014"/>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17780" tIns="8890" rIns="17780" bIns="8890" numCol="1" spcCol="1270" anchor="t" anchorCtr="0">
          <a:noAutofit/>
        </a:bodyPr>
        <a:lstStyle/>
        <a:p>
          <a:pPr marL="0" lvl="0" indent="0" algn="ctr" defTabSz="622300">
            <a:lnSpc>
              <a:spcPct val="90000"/>
            </a:lnSpc>
            <a:spcBef>
              <a:spcPct val="0"/>
            </a:spcBef>
            <a:spcAft>
              <a:spcPct val="35000"/>
            </a:spcAft>
            <a:buNone/>
          </a:pPr>
          <a:r>
            <a:rPr lang="en-IN" sz="1400" b="1" kern="1200" dirty="0">
              <a:solidFill>
                <a:schemeClr val="bg1"/>
              </a:solidFill>
              <a:latin typeface="Roboto" panose="02000000000000000000" pitchFamily="2" charset="0"/>
              <a:ea typeface="Roboto" panose="02000000000000000000" pitchFamily="2" charset="0"/>
              <a:cs typeface="Roboto" panose="02000000000000000000" pitchFamily="2" charset="0"/>
            </a:rPr>
            <a:t>Understood shop-floor operations &amp; study requirements</a:t>
          </a:r>
          <a:endParaRPr lang="en-US" sz="1400" b="1" kern="1200" dirty="0">
            <a:solidFill>
              <a:schemeClr val="bg1"/>
            </a:solidFill>
            <a:latin typeface="Roboto" panose="02000000000000000000" pitchFamily="2" charset="0"/>
            <a:ea typeface="Roboto" panose="02000000000000000000" pitchFamily="2" charset="0"/>
            <a:cs typeface="Roboto" panose="02000000000000000000" pitchFamily="2" charset="0"/>
          </a:endParaRPr>
        </a:p>
      </dsp:txBody>
      <dsp:txXfrm>
        <a:off x="196703" y="863808"/>
        <a:ext cx="2219530" cy="687014"/>
      </dsp:txXfrm>
    </dsp:sp>
    <dsp:sp modelId="{00E37AF5-1BC7-46E4-8CA9-443AD956FF98}">
      <dsp:nvSpPr>
        <dsp:cNvPr id="0" name=""/>
        <dsp:cNvSpPr/>
      </dsp:nvSpPr>
      <dsp:spPr>
        <a:xfrm>
          <a:off x="2527211" y="151980"/>
          <a:ext cx="2219530" cy="474551"/>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15240" tIns="7620" rIns="15240" bIns="7620" numCol="1" spcCol="1270" anchor="b" anchorCtr="0">
          <a:noAutofit/>
        </a:bodyPr>
        <a:lstStyle/>
        <a:p>
          <a:pPr marL="0" lvl="0" indent="0" algn="ctr" defTabSz="533400">
            <a:lnSpc>
              <a:spcPct val="90000"/>
            </a:lnSpc>
            <a:spcBef>
              <a:spcPct val="0"/>
            </a:spcBef>
            <a:spcAft>
              <a:spcPct val="35000"/>
            </a:spcAft>
            <a:buNone/>
            <a:defRPr b="1">
              <a:solidFill>
                <a:schemeClr val="accent1"/>
              </a:solidFill>
            </a:defRPr>
          </a:pPr>
          <a:r>
            <a:rPr lang="en-US" sz="1200" b="1" u="none" kern="1200" dirty="0">
              <a:solidFill>
                <a:srgbClr val="F15A2B"/>
              </a:solidFill>
              <a:latin typeface="Raleway" pitchFamily="34" charset="0"/>
              <a:ea typeface="Raleway" pitchFamily="34" charset="-122"/>
              <a:cs typeface="Raleway" pitchFamily="34" charset="-120"/>
            </a:rPr>
            <a:t>Key Parameters</a:t>
          </a:r>
          <a:endParaRPr lang="en-IN" sz="1200" u="none" kern="1200" dirty="0">
            <a:solidFill>
              <a:srgbClr val="F15A2B"/>
            </a:solidFill>
          </a:endParaRPr>
        </a:p>
      </dsp:txBody>
      <dsp:txXfrm>
        <a:off x="2527211" y="151980"/>
        <a:ext cx="2219530" cy="474551"/>
      </dsp:txXfrm>
    </dsp:sp>
    <dsp:sp modelId="{2923EFF9-E1F5-4FBD-B505-CB0FEFDEFFD9}">
      <dsp:nvSpPr>
        <dsp:cNvPr id="0" name=""/>
        <dsp:cNvSpPr/>
      </dsp:nvSpPr>
      <dsp:spPr>
        <a:xfrm>
          <a:off x="3609061" y="716480"/>
          <a:ext cx="55829" cy="55829"/>
        </a:xfrm>
        <a:prstGeom prst="ellipse">
          <a:avLst/>
        </a:prstGeom>
        <a:solidFill>
          <a:srgbClr val="F15A2B"/>
        </a:solidFill>
        <a:ln w="19050" cap="flat" cmpd="sng" algn="ctr">
          <a:solidFill>
            <a:srgbClr val="F15A2B"/>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1914B0D-531B-4378-9EA7-6B383B56B689}">
      <dsp:nvSpPr>
        <dsp:cNvPr id="0" name=""/>
        <dsp:cNvSpPr/>
      </dsp:nvSpPr>
      <dsp:spPr>
        <a:xfrm>
          <a:off x="2527211" y="863808"/>
          <a:ext cx="2219530" cy="687014"/>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17780" tIns="8890" rIns="17780" bIns="8890" numCol="1" spcCol="1270" anchor="t" anchorCtr="0">
          <a:noAutofit/>
        </a:bodyPr>
        <a:lstStyle/>
        <a:p>
          <a:pPr marL="0" lvl="0" indent="0" algn="ctr" defTabSz="622300">
            <a:lnSpc>
              <a:spcPct val="90000"/>
            </a:lnSpc>
            <a:spcBef>
              <a:spcPct val="0"/>
            </a:spcBef>
            <a:spcAft>
              <a:spcPct val="35000"/>
            </a:spcAft>
            <a:buNone/>
          </a:pPr>
          <a:r>
            <a:rPr lang="en-IN" sz="1400" b="1" kern="1200" dirty="0">
              <a:solidFill>
                <a:schemeClr val="bg1"/>
              </a:solidFill>
              <a:latin typeface="Roboto" panose="02000000000000000000" pitchFamily="2" charset="0"/>
              <a:ea typeface="Roboto" panose="02000000000000000000" pitchFamily="2" charset="0"/>
              <a:cs typeface="Roboto" panose="02000000000000000000" pitchFamily="2" charset="0"/>
            </a:rPr>
            <a:t>Understood CT, Die Changeover &amp; OEE</a:t>
          </a:r>
          <a:br>
            <a:rPr lang="en-IN" sz="1400" b="1" kern="1200" dirty="0">
              <a:solidFill>
                <a:schemeClr val="bg1"/>
              </a:solidFill>
              <a:latin typeface="Roboto" panose="02000000000000000000" pitchFamily="2" charset="0"/>
              <a:ea typeface="Roboto" panose="02000000000000000000" pitchFamily="2" charset="0"/>
              <a:cs typeface="Roboto" panose="02000000000000000000" pitchFamily="2" charset="0"/>
            </a:rPr>
          </a:br>
          <a:endParaRPr lang="en-IN" sz="1400" b="1" kern="1200" dirty="0">
            <a:solidFill>
              <a:schemeClr val="bg1"/>
            </a:solidFill>
            <a:latin typeface="Roboto" panose="02000000000000000000" pitchFamily="2" charset="0"/>
            <a:ea typeface="Roboto" panose="02000000000000000000" pitchFamily="2" charset="0"/>
            <a:cs typeface="Roboto" panose="02000000000000000000" pitchFamily="2" charset="0"/>
          </a:endParaRPr>
        </a:p>
      </dsp:txBody>
      <dsp:txXfrm>
        <a:off x="2527211" y="863808"/>
        <a:ext cx="2219530" cy="687014"/>
      </dsp:txXfrm>
    </dsp:sp>
    <dsp:sp modelId="{B62747D4-B964-45F3-9092-3114202CF210}">
      <dsp:nvSpPr>
        <dsp:cNvPr id="0" name=""/>
        <dsp:cNvSpPr/>
      </dsp:nvSpPr>
      <dsp:spPr>
        <a:xfrm>
          <a:off x="4857718" y="151980"/>
          <a:ext cx="2219530" cy="474551"/>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15240" tIns="7620" rIns="15240" bIns="7620" numCol="1" spcCol="1270" anchor="b" anchorCtr="0">
          <a:noAutofit/>
        </a:bodyPr>
        <a:lstStyle/>
        <a:p>
          <a:pPr marL="0" lvl="0" indent="0" algn="ctr" defTabSz="533400">
            <a:lnSpc>
              <a:spcPct val="90000"/>
            </a:lnSpc>
            <a:spcBef>
              <a:spcPct val="0"/>
            </a:spcBef>
            <a:spcAft>
              <a:spcPct val="35000"/>
            </a:spcAft>
            <a:buNone/>
            <a:defRPr b="1">
              <a:solidFill>
                <a:schemeClr val="accent1"/>
              </a:solidFill>
            </a:defRPr>
          </a:pPr>
          <a:r>
            <a:rPr lang="en-US" sz="1200" b="1" u="none" kern="1200" dirty="0">
              <a:solidFill>
                <a:srgbClr val="F15A2B"/>
              </a:solidFill>
              <a:latin typeface="Raleway" pitchFamily="34" charset="0"/>
              <a:ea typeface="Raleway" pitchFamily="34" charset="-122"/>
              <a:cs typeface="Raleway" pitchFamily="34" charset="-120"/>
            </a:rPr>
            <a:t>Shop-floor Studies </a:t>
          </a:r>
        </a:p>
      </dsp:txBody>
      <dsp:txXfrm>
        <a:off x="4857718" y="151980"/>
        <a:ext cx="2219530" cy="474551"/>
      </dsp:txXfrm>
    </dsp:sp>
    <dsp:sp modelId="{8A85570B-F346-45D4-8BBA-712C0F346DB6}">
      <dsp:nvSpPr>
        <dsp:cNvPr id="0" name=""/>
        <dsp:cNvSpPr/>
      </dsp:nvSpPr>
      <dsp:spPr>
        <a:xfrm>
          <a:off x="5939568" y="716480"/>
          <a:ext cx="55829" cy="55829"/>
        </a:xfrm>
        <a:prstGeom prst="ellipse">
          <a:avLst/>
        </a:prstGeom>
        <a:solidFill>
          <a:srgbClr val="F15A2B"/>
        </a:solidFill>
        <a:ln w="19050" cap="flat" cmpd="sng" algn="ctr">
          <a:solidFill>
            <a:srgbClr val="F15A2B"/>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C64D4D4-76BD-47DD-A505-4BC10B6CF2AF}">
      <dsp:nvSpPr>
        <dsp:cNvPr id="0" name=""/>
        <dsp:cNvSpPr/>
      </dsp:nvSpPr>
      <dsp:spPr>
        <a:xfrm>
          <a:off x="4857718" y="863808"/>
          <a:ext cx="2219530" cy="687014"/>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17780" tIns="8890" rIns="17780" bIns="8890" numCol="1" spcCol="1270" anchor="t" anchorCtr="0">
          <a:noAutofit/>
        </a:bodyPr>
        <a:lstStyle/>
        <a:p>
          <a:pPr marL="0" lvl="0" indent="0" algn="ctr" defTabSz="622300">
            <a:lnSpc>
              <a:spcPct val="90000"/>
            </a:lnSpc>
            <a:spcBef>
              <a:spcPct val="0"/>
            </a:spcBef>
            <a:spcAft>
              <a:spcPct val="35000"/>
            </a:spcAft>
            <a:buNone/>
          </a:pPr>
          <a:r>
            <a:rPr lang="en-IN" sz="1400" b="1" kern="1200" dirty="0">
              <a:solidFill>
                <a:schemeClr val="bg1"/>
              </a:solidFill>
              <a:latin typeface="Roboto" panose="02000000000000000000" pitchFamily="2" charset="0"/>
              <a:ea typeface="Roboto" panose="02000000000000000000" pitchFamily="2" charset="0"/>
              <a:cs typeface="Roboto" panose="02000000000000000000" pitchFamily="2" charset="0"/>
            </a:rPr>
            <a:t>Conducted CT &amp; Die Change studies and collected data</a:t>
          </a:r>
        </a:p>
      </dsp:txBody>
      <dsp:txXfrm>
        <a:off x="4857718" y="863808"/>
        <a:ext cx="2219530" cy="687014"/>
      </dsp:txXfrm>
    </dsp:sp>
    <dsp:sp modelId="{60A3B6D5-0F02-4A25-82BA-9649CE8A28A4}">
      <dsp:nvSpPr>
        <dsp:cNvPr id="0" name=""/>
        <dsp:cNvSpPr/>
      </dsp:nvSpPr>
      <dsp:spPr>
        <a:xfrm>
          <a:off x="7188225" y="151980"/>
          <a:ext cx="2219530" cy="474551"/>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15240" tIns="7620" rIns="15240" bIns="7620" numCol="1" spcCol="1270" anchor="b" anchorCtr="0">
          <a:noAutofit/>
        </a:bodyPr>
        <a:lstStyle/>
        <a:p>
          <a:pPr marL="0" lvl="0" indent="0" algn="ctr" defTabSz="533400">
            <a:lnSpc>
              <a:spcPct val="90000"/>
            </a:lnSpc>
            <a:spcBef>
              <a:spcPct val="0"/>
            </a:spcBef>
            <a:spcAft>
              <a:spcPct val="35000"/>
            </a:spcAft>
            <a:buNone/>
            <a:defRPr b="1">
              <a:solidFill>
                <a:schemeClr val="accent1"/>
              </a:solidFill>
            </a:defRPr>
          </a:pPr>
          <a:r>
            <a:rPr lang="en-US" sz="1200" b="1" u="none" kern="1200" dirty="0">
              <a:solidFill>
                <a:srgbClr val="F15A2B"/>
              </a:solidFill>
              <a:latin typeface="Raleway" pitchFamily="34" charset="0"/>
              <a:ea typeface="Raleway" pitchFamily="34" charset="-122"/>
              <a:cs typeface="Raleway" pitchFamily="34" charset="-120"/>
            </a:rPr>
            <a:t>Improvement Identification</a:t>
          </a:r>
          <a:endParaRPr lang="en-IN" sz="1200" u="none" kern="1200" dirty="0">
            <a:solidFill>
              <a:srgbClr val="F15A2B"/>
            </a:solidFill>
          </a:endParaRPr>
        </a:p>
      </dsp:txBody>
      <dsp:txXfrm>
        <a:off x="7188225" y="151980"/>
        <a:ext cx="2219530" cy="474551"/>
      </dsp:txXfrm>
    </dsp:sp>
    <dsp:sp modelId="{F11FF043-ABD3-4B27-BEED-61AE0FB25240}">
      <dsp:nvSpPr>
        <dsp:cNvPr id="0" name=""/>
        <dsp:cNvSpPr/>
      </dsp:nvSpPr>
      <dsp:spPr>
        <a:xfrm>
          <a:off x="8270076" y="716480"/>
          <a:ext cx="55829" cy="55829"/>
        </a:xfrm>
        <a:prstGeom prst="ellipse">
          <a:avLst/>
        </a:prstGeom>
        <a:solidFill>
          <a:srgbClr val="F15A2B"/>
        </a:solidFill>
        <a:ln w="19050" cap="flat" cmpd="sng" algn="ctr">
          <a:solidFill>
            <a:srgbClr val="F15A2B"/>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2337C28-AC3C-46E3-99CD-9150171B958D}">
      <dsp:nvSpPr>
        <dsp:cNvPr id="0" name=""/>
        <dsp:cNvSpPr/>
      </dsp:nvSpPr>
      <dsp:spPr>
        <a:xfrm>
          <a:off x="7188225" y="863808"/>
          <a:ext cx="2219530" cy="687014"/>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17780" tIns="8890" rIns="17780" bIns="8890" numCol="1" spcCol="1270" anchor="t" anchorCtr="0">
          <a:noAutofit/>
        </a:bodyPr>
        <a:lstStyle/>
        <a:p>
          <a:pPr marL="0" lvl="0" indent="0" algn="ctr" defTabSz="622300">
            <a:lnSpc>
              <a:spcPct val="90000"/>
            </a:lnSpc>
            <a:spcBef>
              <a:spcPct val="0"/>
            </a:spcBef>
            <a:spcAft>
              <a:spcPct val="35000"/>
            </a:spcAft>
            <a:buNone/>
          </a:pPr>
          <a:r>
            <a:rPr lang="en-IN" sz="1400" b="1" kern="1200" dirty="0">
              <a:solidFill>
                <a:schemeClr val="bg1"/>
              </a:solidFill>
              <a:latin typeface="Roboto" panose="02000000000000000000" pitchFamily="2" charset="0"/>
              <a:ea typeface="Roboto" panose="02000000000000000000" pitchFamily="2" charset="0"/>
              <a:cs typeface="Roboto" panose="02000000000000000000" pitchFamily="2" charset="0"/>
            </a:rPr>
            <a:t>Identified delays, losses &amp; productivity opportunities</a:t>
          </a:r>
        </a:p>
      </dsp:txBody>
      <dsp:txXfrm>
        <a:off x="7188225" y="863808"/>
        <a:ext cx="2219530" cy="68701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0E83D5F-C08C-43B4-BC76-2C9C30C2E948}">
      <dsp:nvSpPr>
        <dsp:cNvPr id="0" name=""/>
        <dsp:cNvSpPr/>
      </dsp:nvSpPr>
      <dsp:spPr>
        <a:xfrm>
          <a:off x="291310" y="786772"/>
          <a:ext cx="9800723" cy="20418"/>
        </a:xfrm>
        <a:prstGeom prst="rect">
          <a:avLst/>
        </a:prstGeom>
        <a:solidFill>
          <a:schemeClr val="bg1"/>
        </a:solidFill>
        <a:ln>
          <a:solidFill>
            <a:schemeClr val="bg1"/>
          </a:solidFill>
        </a:ln>
        <a:effectLst/>
      </dsp:spPr>
      <dsp:style>
        <a:lnRef idx="0">
          <a:scrgbClr r="0" g="0" b="0"/>
        </a:lnRef>
        <a:fillRef idx="1">
          <a:scrgbClr r="0" g="0" b="0"/>
        </a:fillRef>
        <a:effectRef idx="0">
          <a:scrgbClr r="0" g="0" b="0"/>
        </a:effectRef>
        <a:fontRef idx="minor"/>
      </dsp:style>
    </dsp:sp>
    <dsp:sp modelId="{8164866B-6473-4995-B21B-4926D1C2D9D7}">
      <dsp:nvSpPr>
        <dsp:cNvPr id="0" name=""/>
        <dsp:cNvSpPr/>
      </dsp:nvSpPr>
      <dsp:spPr>
        <a:xfrm>
          <a:off x="208488" y="162717"/>
          <a:ext cx="1883098" cy="508075"/>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15240" tIns="7620" rIns="15240" bIns="7620" numCol="1" spcCol="1270" anchor="b" anchorCtr="0">
          <a:noAutofit/>
        </a:bodyPr>
        <a:lstStyle/>
        <a:p>
          <a:pPr marL="0" lvl="0" indent="0" algn="ctr" defTabSz="533400">
            <a:lnSpc>
              <a:spcPct val="90000"/>
            </a:lnSpc>
            <a:spcBef>
              <a:spcPct val="0"/>
            </a:spcBef>
            <a:spcAft>
              <a:spcPct val="35000"/>
            </a:spcAft>
            <a:buNone/>
            <a:defRPr b="1">
              <a:solidFill>
                <a:schemeClr val="accent1"/>
              </a:solidFill>
            </a:defRPr>
          </a:pPr>
          <a:r>
            <a:rPr lang="en-US" sz="1200" b="1" kern="1200" dirty="0">
              <a:solidFill>
                <a:schemeClr val="bg1"/>
              </a:solidFill>
              <a:latin typeface="Raleway" pitchFamily="34" charset="0"/>
              <a:ea typeface="Raleway" pitchFamily="34" charset="-122"/>
              <a:cs typeface="Raleway" pitchFamily="34" charset="-120"/>
            </a:rPr>
            <a:t>1</a:t>
          </a:r>
        </a:p>
        <a:p>
          <a:pPr marL="0" lvl="0" indent="0" algn="ctr" defTabSz="533400">
            <a:lnSpc>
              <a:spcPct val="90000"/>
            </a:lnSpc>
            <a:spcBef>
              <a:spcPct val="0"/>
            </a:spcBef>
            <a:spcAft>
              <a:spcPct val="35000"/>
            </a:spcAft>
            <a:buNone/>
            <a:defRPr b="1">
              <a:solidFill>
                <a:schemeClr val="accent1"/>
              </a:solidFill>
            </a:defRPr>
          </a:pPr>
          <a:r>
            <a:rPr lang="en-US" sz="1200" b="1" kern="1200" dirty="0">
              <a:solidFill>
                <a:srgbClr val="F15A2B"/>
              </a:solidFill>
              <a:latin typeface="Roboto Bold" pitchFamily="34" charset="0"/>
              <a:ea typeface="Roboto Bold" pitchFamily="34" charset="-122"/>
              <a:cs typeface="Roboto Bold" pitchFamily="34" charset="-120"/>
            </a:rPr>
            <a:t>Understand &amp;Diagnose</a:t>
          </a:r>
          <a:endParaRPr lang="en-IN" sz="1200" kern="1200" dirty="0">
            <a:solidFill>
              <a:srgbClr val="F15A2B"/>
            </a:solidFill>
          </a:endParaRPr>
        </a:p>
      </dsp:txBody>
      <dsp:txXfrm>
        <a:off x="208488" y="162717"/>
        <a:ext cx="1883098" cy="508075"/>
      </dsp:txXfrm>
    </dsp:sp>
    <dsp:sp modelId="{EA2DEF03-E38E-4E32-A99E-3A48AAB47E53}">
      <dsp:nvSpPr>
        <dsp:cNvPr id="0" name=""/>
        <dsp:cNvSpPr/>
      </dsp:nvSpPr>
      <dsp:spPr>
        <a:xfrm>
          <a:off x="1120150" y="767095"/>
          <a:ext cx="59773" cy="59773"/>
        </a:xfrm>
        <a:prstGeom prst="ellipse">
          <a:avLst/>
        </a:prstGeom>
        <a:solidFill>
          <a:srgbClr val="F15A2B"/>
        </a:solidFill>
        <a:ln w="19050" cap="flat" cmpd="sng" algn="ctr">
          <a:solidFill>
            <a:srgbClr val="F15A2B"/>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2E1B4E8-F8EF-4251-8DA9-A32619247B58}">
      <dsp:nvSpPr>
        <dsp:cNvPr id="0" name=""/>
        <dsp:cNvSpPr/>
      </dsp:nvSpPr>
      <dsp:spPr>
        <a:xfrm>
          <a:off x="208488" y="924831"/>
          <a:ext cx="1883098" cy="735547"/>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17780" tIns="8890" rIns="17780" bIns="8890" numCol="1" spcCol="1270" anchor="t" anchorCtr="0">
          <a:noAutofit/>
        </a:bodyPr>
        <a:lstStyle/>
        <a:p>
          <a:pPr marL="0" lvl="0" indent="0" algn="ctr" defTabSz="622300">
            <a:lnSpc>
              <a:spcPct val="90000"/>
            </a:lnSpc>
            <a:spcBef>
              <a:spcPct val="0"/>
            </a:spcBef>
            <a:spcAft>
              <a:spcPct val="35000"/>
            </a:spcAft>
            <a:buNone/>
          </a:pPr>
          <a:r>
            <a:rPr lang="en-US" sz="1400" b="1" kern="1200" dirty="0">
              <a:solidFill>
                <a:schemeClr val="bg1"/>
              </a:solidFill>
              <a:latin typeface="Roboto" pitchFamily="34" charset="0"/>
              <a:ea typeface="Roboto" pitchFamily="34" charset="-122"/>
              <a:cs typeface="Roboto" pitchFamily="34" charset="-120"/>
            </a:rPr>
            <a:t>Plant mapping, process observation, data collection</a:t>
          </a:r>
          <a:endParaRPr lang="en-IN" sz="1400" b="1" kern="1200" dirty="0">
            <a:solidFill>
              <a:schemeClr val="bg1"/>
            </a:solidFill>
          </a:endParaRPr>
        </a:p>
      </dsp:txBody>
      <dsp:txXfrm>
        <a:off x="208488" y="924831"/>
        <a:ext cx="1883098" cy="735547"/>
      </dsp:txXfrm>
    </dsp:sp>
    <dsp:sp modelId="{00E37AF5-1BC7-46E4-8CA9-443AD956FF98}">
      <dsp:nvSpPr>
        <dsp:cNvPr id="0" name=""/>
        <dsp:cNvSpPr/>
      </dsp:nvSpPr>
      <dsp:spPr>
        <a:xfrm>
          <a:off x="2185741" y="162717"/>
          <a:ext cx="1883098" cy="508075"/>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15240" tIns="7620" rIns="15240" bIns="7620" numCol="1" spcCol="1270" anchor="b" anchorCtr="0">
          <a:noAutofit/>
        </a:bodyPr>
        <a:lstStyle/>
        <a:p>
          <a:pPr marL="0" lvl="0" indent="0" algn="ctr" defTabSz="533400">
            <a:lnSpc>
              <a:spcPct val="90000"/>
            </a:lnSpc>
            <a:spcBef>
              <a:spcPct val="0"/>
            </a:spcBef>
            <a:spcAft>
              <a:spcPct val="35000"/>
            </a:spcAft>
            <a:buNone/>
            <a:defRPr b="1">
              <a:solidFill>
                <a:schemeClr val="accent1"/>
              </a:solidFill>
            </a:defRPr>
          </a:pPr>
          <a:r>
            <a:rPr lang="en-US" sz="1200" b="1" kern="1200" dirty="0">
              <a:solidFill>
                <a:srgbClr val="C00000"/>
              </a:solidFill>
              <a:latin typeface="Raleway" pitchFamily="34" charset="0"/>
              <a:ea typeface="Raleway" pitchFamily="34" charset="-122"/>
              <a:cs typeface="Raleway" pitchFamily="34" charset="-120"/>
            </a:rPr>
            <a:t> </a:t>
          </a:r>
          <a:r>
            <a:rPr lang="en-US" sz="1200" b="1" kern="1200" dirty="0">
              <a:solidFill>
                <a:schemeClr val="bg1"/>
              </a:solidFill>
              <a:latin typeface="Raleway" pitchFamily="34" charset="0"/>
              <a:ea typeface="Raleway" pitchFamily="34" charset="-122"/>
              <a:cs typeface="Raleway" pitchFamily="34" charset="-120"/>
            </a:rPr>
            <a:t>2</a:t>
          </a:r>
        </a:p>
        <a:p>
          <a:pPr marL="0" lvl="0" indent="0" algn="ctr" defTabSz="533400">
            <a:lnSpc>
              <a:spcPct val="90000"/>
            </a:lnSpc>
            <a:spcBef>
              <a:spcPct val="0"/>
            </a:spcBef>
            <a:spcAft>
              <a:spcPct val="35000"/>
            </a:spcAft>
            <a:buNone/>
            <a:defRPr b="1">
              <a:solidFill>
                <a:schemeClr val="accent1"/>
              </a:solidFill>
            </a:defRPr>
          </a:pPr>
          <a:r>
            <a:rPr lang="en-US" sz="1200" b="1" kern="1200" dirty="0">
              <a:solidFill>
                <a:srgbClr val="F15A2B"/>
              </a:solidFill>
              <a:latin typeface="Roboto Bold" pitchFamily="34" charset="0"/>
              <a:ea typeface="Roboto Bold" pitchFamily="34" charset="-122"/>
              <a:cs typeface="Roboto Bold" pitchFamily="34" charset="-120"/>
            </a:rPr>
            <a:t>Analyze</a:t>
          </a:r>
          <a:endParaRPr lang="en-IN" sz="1200" kern="1200" dirty="0">
            <a:solidFill>
              <a:srgbClr val="F15A2B"/>
            </a:solidFill>
          </a:endParaRPr>
        </a:p>
      </dsp:txBody>
      <dsp:txXfrm>
        <a:off x="2185741" y="162717"/>
        <a:ext cx="1883098" cy="508075"/>
      </dsp:txXfrm>
    </dsp:sp>
    <dsp:sp modelId="{2923EFF9-E1F5-4FBD-B505-CB0FEFDEFFD9}">
      <dsp:nvSpPr>
        <dsp:cNvPr id="0" name=""/>
        <dsp:cNvSpPr/>
      </dsp:nvSpPr>
      <dsp:spPr>
        <a:xfrm>
          <a:off x="3097403" y="767095"/>
          <a:ext cx="59773" cy="59773"/>
        </a:xfrm>
        <a:prstGeom prst="ellipse">
          <a:avLst/>
        </a:prstGeom>
        <a:solidFill>
          <a:srgbClr val="F15A2B"/>
        </a:solidFill>
        <a:ln w="19050" cap="flat" cmpd="sng" algn="ctr">
          <a:solidFill>
            <a:srgbClr val="F15A2B"/>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1914B0D-531B-4378-9EA7-6B383B56B689}">
      <dsp:nvSpPr>
        <dsp:cNvPr id="0" name=""/>
        <dsp:cNvSpPr/>
      </dsp:nvSpPr>
      <dsp:spPr>
        <a:xfrm>
          <a:off x="2185741" y="924831"/>
          <a:ext cx="1883098" cy="735547"/>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17780" tIns="8890" rIns="17780" bIns="8890" numCol="1" spcCol="1270" anchor="t" anchorCtr="0">
          <a:noAutofit/>
        </a:bodyPr>
        <a:lstStyle/>
        <a:p>
          <a:pPr marL="0" lvl="0" indent="0" algn="ctr" defTabSz="622300">
            <a:lnSpc>
              <a:spcPct val="90000"/>
            </a:lnSpc>
            <a:spcBef>
              <a:spcPct val="0"/>
            </a:spcBef>
            <a:spcAft>
              <a:spcPct val="35000"/>
            </a:spcAft>
            <a:buNone/>
          </a:pPr>
          <a:r>
            <a:rPr lang="en-US" sz="1400" b="1" kern="1200" dirty="0">
              <a:solidFill>
                <a:schemeClr val="bg1"/>
              </a:solidFill>
              <a:latin typeface="Roboto" pitchFamily="34" charset="0"/>
              <a:ea typeface="Roboto" pitchFamily="34" charset="-122"/>
              <a:cs typeface="Roboto" pitchFamily="34" charset="-120"/>
            </a:rPr>
            <a:t>Time study, Root cause analysis</a:t>
          </a:r>
          <a:endParaRPr lang="en-IN" sz="1400" b="1" kern="1200" dirty="0">
            <a:solidFill>
              <a:schemeClr val="bg1"/>
            </a:solidFill>
          </a:endParaRPr>
        </a:p>
      </dsp:txBody>
      <dsp:txXfrm>
        <a:off x="2185741" y="924831"/>
        <a:ext cx="1883098" cy="735547"/>
      </dsp:txXfrm>
    </dsp:sp>
    <dsp:sp modelId="{B62747D4-B964-45F3-9092-3114202CF210}">
      <dsp:nvSpPr>
        <dsp:cNvPr id="0" name=""/>
        <dsp:cNvSpPr/>
      </dsp:nvSpPr>
      <dsp:spPr>
        <a:xfrm>
          <a:off x="4162994" y="162717"/>
          <a:ext cx="1883098" cy="508075"/>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15240" tIns="7620" rIns="15240" bIns="7620" numCol="1" spcCol="1270" anchor="b" anchorCtr="0">
          <a:noAutofit/>
        </a:bodyPr>
        <a:lstStyle/>
        <a:p>
          <a:pPr marL="0" lvl="0" indent="0" algn="ctr" defTabSz="533400">
            <a:lnSpc>
              <a:spcPct val="90000"/>
            </a:lnSpc>
            <a:spcBef>
              <a:spcPct val="0"/>
            </a:spcBef>
            <a:spcAft>
              <a:spcPct val="35000"/>
            </a:spcAft>
            <a:buNone/>
            <a:defRPr b="1">
              <a:solidFill>
                <a:schemeClr val="accent1"/>
              </a:solidFill>
            </a:defRPr>
          </a:pPr>
          <a:r>
            <a:rPr lang="en-US" sz="1200" b="1" kern="1200" dirty="0">
              <a:solidFill>
                <a:schemeClr val="bg1"/>
              </a:solidFill>
              <a:latin typeface="Raleway" pitchFamily="34" charset="0"/>
              <a:ea typeface="Raleway" pitchFamily="34" charset="-122"/>
              <a:cs typeface="Raleway" pitchFamily="34" charset="-120"/>
            </a:rPr>
            <a:t>3</a:t>
          </a:r>
        </a:p>
        <a:p>
          <a:pPr marL="0" lvl="0" indent="0" algn="ctr" defTabSz="533400">
            <a:lnSpc>
              <a:spcPct val="90000"/>
            </a:lnSpc>
            <a:spcBef>
              <a:spcPct val="0"/>
            </a:spcBef>
            <a:spcAft>
              <a:spcPct val="35000"/>
            </a:spcAft>
            <a:buNone/>
            <a:defRPr b="1">
              <a:solidFill>
                <a:schemeClr val="accent1"/>
              </a:solidFill>
            </a:defRPr>
          </a:pPr>
          <a:r>
            <a:rPr lang="en-US" sz="1200" b="1" kern="1200" dirty="0">
              <a:solidFill>
                <a:srgbClr val="F15A2B"/>
              </a:solidFill>
              <a:latin typeface="Roboto Bold" pitchFamily="34" charset="0"/>
              <a:ea typeface="Roboto Bold" pitchFamily="34" charset="-122"/>
              <a:cs typeface="Roboto Bold" pitchFamily="34" charset="-120"/>
            </a:rPr>
            <a:t>Visualize &amp; Design</a:t>
          </a:r>
          <a:endParaRPr lang="en-IN" sz="1200" kern="1200" dirty="0">
            <a:solidFill>
              <a:srgbClr val="F15A2B"/>
            </a:solidFill>
          </a:endParaRPr>
        </a:p>
      </dsp:txBody>
      <dsp:txXfrm>
        <a:off x="4162994" y="162717"/>
        <a:ext cx="1883098" cy="508075"/>
      </dsp:txXfrm>
    </dsp:sp>
    <dsp:sp modelId="{8A85570B-F346-45D4-8BBA-712C0F346DB6}">
      <dsp:nvSpPr>
        <dsp:cNvPr id="0" name=""/>
        <dsp:cNvSpPr/>
      </dsp:nvSpPr>
      <dsp:spPr>
        <a:xfrm>
          <a:off x="5074656" y="767095"/>
          <a:ext cx="59773" cy="59773"/>
        </a:xfrm>
        <a:prstGeom prst="ellipse">
          <a:avLst/>
        </a:prstGeom>
        <a:solidFill>
          <a:srgbClr val="F15A2B"/>
        </a:solidFill>
        <a:ln w="19050" cap="flat" cmpd="sng" algn="ctr">
          <a:solidFill>
            <a:srgbClr val="F15A2B"/>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C64D4D4-76BD-47DD-A505-4BC10B6CF2AF}">
      <dsp:nvSpPr>
        <dsp:cNvPr id="0" name=""/>
        <dsp:cNvSpPr/>
      </dsp:nvSpPr>
      <dsp:spPr>
        <a:xfrm>
          <a:off x="4162994" y="924831"/>
          <a:ext cx="1883098" cy="735547"/>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17780" tIns="8890" rIns="17780" bIns="8890" numCol="1" spcCol="1270" anchor="t" anchorCtr="0">
          <a:noAutofit/>
        </a:bodyPr>
        <a:lstStyle/>
        <a:p>
          <a:pPr marL="0" lvl="0" indent="0" algn="ctr" defTabSz="622300">
            <a:lnSpc>
              <a:spcPct val="90000"/>
            </a:lnSpc>
            <a:spcBef>
              <a:spcPct val="0"/>
            </a:spcBef>
            <a:spcAft>
              <a:spcPct val="35000"/>
            </a:spcAft>
            <a:buNone/>
          </a:pPr>
          <a:r>
            <a:rPr lang="en-US" sz="1400" b="1" kern="1200" dirty="0">
              <a:solidFill>
                <a:schemeClr val="bg1"/>
              </a:solidFill>
              <a:latin typeface="Roboto" pitchFamily="34" charset="0"/>
              <a:ea typeface="Roboto" pitchFamily="34" charset="-122"/>
              <a:cs typeface="Roboto" pitchFamily="34" charset="-120"/>
            </a:rPr>
            <a:t>Layout simulation, standard work, opportunity design, video analysis</a:t>
          </a:r>
          <a:endParaRPr lang="en-IN" sz="1400" b="1" kern="1200" dirty="0">
            <a:solidFill>
              <a:schemeClr val="bg1"/>
            </a:solidFill>
          </a:endParaRPr>
        </a:p>
      </dsp:txBody>
      <dsp:txXfrm>
        <a:off x="4162994" y="924831"/>
        <a:ext cx="1883098" cy="735547"/>
      </dsp:txXfrm>
    </dsp:sp>
    <dsp:sp modelId="{60A3B6D5-0F02-4A25-82BA-9649CE8A28A4}">
      <dsp:nvSpPr>
        <dsp:cNvPr id="0" name=""/>
        <dsp:cNvSpPr/>
      </dsp:nvSpPr>
      <dsp:spPr>
        <a:xfrm>
          <a:off x="6140247" y="162717"/>
          <a:ext cx="1883098" cy="508075"/>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15240" tIns="7620" rIns="15240" bIns="7620" numCol="1" spcCol="1270" anchor="b" anchorCtr="0">
          <a:noAutofit/>
        </a:bodyPr>
        <a:lstStyle/>
        <a:p>
          <a:pPr marL="0" lvl="0" indent="0" algn="ctr" defTabSz="533400">
            <a:lnSpc>
              <a:spcPct val="90000"/>
            </a:lnSpc>
            <a:spcBef>
              <a:spcPct val="0"/>
            </a:spcBef>
            <a:spcAft>
              <a:spcPct val="35000"/>
            </a:spcAft>
            <a:buNone/>
            <a:defRPr b="1">
              <a:solidFill>
                <a:schemeClr val="accent1"/>
              </a:solidFill>
            </a:defRPr>
          </a:pPr>
          <a:r>
            <a:rPr lang="en-US" sz="1200" b="1" kern="1200" dirty="0">
              <a:solidFill>
                <a:srgbClr val="C00000"/>
              </a:solidFill>
              <a:latin typeface="Raleway" pitchFamily="34" charset="0"/>
              <a:ea typeface="Raleway" pitchFamily="34" charset="-122"/>
              <a:cs typeface="Raleway" pitchFamily="34" charset="-120"/>
            </a:rPr>
            <a:t> </a:t>
          </a:r>
          <a:r>
            <a:rPr lang="en-US" sz="1200" b="1" kern="1200" dirty="0">
              <a:solidFill>
                <a:schemeClr val="bg1"/>
              </a:solidFill>
              <a:latin typeface="Raleway" pitchFamily="34" charset="0"/>
              <a:ea typeface="Raleway" pitchFamily="34" charset="-122"/>
              <a:cs typeface="Raleway" pitchFamily="34" charset="-120"/>
            </a:rPr>
            <a:t>4</a:t>
          </a:r>
        </a:p>
        <a:p>
          <a:pPr marL="0" lvl="0" indent="0" algn="ctr" defTabSz="533400">
            <a:lnSpc>
              <a:spcPct val="90000"/>
            </a:lnSpc>
            <a:spcBef>
              <a:spcPct val="0"/>
            </a:spcBef>
            <a:spcAft>
              <a:spcPct val="35000"/>
            </a:spcAft>
            <a:buNone/>
            <a:defRPr b="1">
              <a:solidFill>
                <a:schemeClr val="accent1"/>
              </a:solidFill>
            </a:defRPr>
          </a:pPr>
          <a:r>
            <a:rPr lang="en-US" sz="1200" b="1" kern="1200" dirty="0">
              <a:solidFill>
                <a:srgbClr val="F15A2B"/>
              </a:solidFill>
              <a:latin typeface="Roboto Bold" pitchFamily="34" charset="0"/>
              <a:ea typeface="Roboto Bold" pitchFamily="34" charset="-122"/>
              <a:cs typeface="Roboto Bold" pitchFamily="34" charset="-120"/>
            </a:rPr>
            <a:t>Deliver</a:t>
          </a:r>
          <a:endParaRPr lang="en-IN" sz="1200" kern="1200" dirty="0">
            <a:solidFill>
              <a:srgbClr val="F15A2B"/>
            </a:solidFill>
          </a:endParaRPr>
        </a:p>
      </dsp:txBody>
      <dsp:txXfrm>
        <a:off x="6140247" y="162717"/>
        <a:ext cx="1883098" cy="508075"/>
      </dsp:txXfrm>
    </dsp:sp>
    <dsp:sp modelId="{F11FF043-ABD3-4B27-BEED-61AE0FB25240}">
      <dsp:nvSpPr>
        <dsp:cNvPr id="0" name=""/>
        <dsp:cNvSpPr/>
      </dsp:nvSpPr>
      <dsp:spPr>
        <a:xfrm>
          <a:off x="7051909" y="767095"/>
          <a:ext cx="59773" cy="59773"/>
        </a:xfrm>
        <a:prstGeom prst="ellipse">
          <a:avLst/>
        </a:prstGeom>
        <a:solidFill>
          <a:srgbClr val="F15A2B"/>
        </a:solidFill>
        <a:ln w="19050" cap="flat" cmpd="sng" algn="ctr">
          <a:solidFill>
            <a:srgbClr val="F15A2B"/>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2337C28-AC3C-46E3-99CD-9150171B958D}">
      <dsp:nvSpPr>
        <dsp:cNvPr id="0" name=""/>
        <dsp:cNvSpPr/>
      </dsp:nvSpPr>
      <dsp:spPr>
        <a:xfrm>
          <a:off x="6140247" y="924831"/>
          <a:ext cx="1883098" cy="735547"/>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17780" tIns="8890" rIns="17780" bIns="8890" numCol="1" spcCol="1270" anchor="t" anchorCtr="0">
          <a:noAutofit/>
        </a:bodyPr>
        <a:lstStyle/>
        <a:p>
          <a:pPr marL="0" lvl="0" indent="0" algn="ctr" defTabSz="622300">
            <a:lnSpc>
              <a:spcPct val="90000"/>
            </a:lnSpc>
            <a:spcBef>
              <a:spcPct val="0"/>
            </a:spcBef>
            <a:spcAft>
              <a:spcPct val="35000"/>
            </a:spcAft>
            <a:buNone/>
          </a:pPr>
          <a:r>
            <a:rPr lang="en-US" sz="1400" b="1" kern="1200" dirty="0">
              <a:solidFill>
                <a:schemeClr val="bg1"/>
              </a:solidFill>
              <a:latin typeface="Roboto" pitchFamily="34" charset="0"/>
              <a:ea typeface="Roboto" pitchFamily="34" charset="-122"/>
              <a:cs typeface="Roboto" pitchFamily="34" charset="-120"/>
            </a:rPr>
            <a:t>operator training Video analysis for improvement purpose</a:t>
          </a:r>
          <a:endParaRPr lang="en-IN" sz="1400" b="1" kern="1200" dirty="0">
            <a:solidFill>
              <a:schemeClr val="bg1"/>
            </a:solidFill>
          </a:endParaRPr>
        </a:p>
      </dsp:txBody>
      <dsp:txXfrm>
        <a:off x="6140247" y="924831"/>
        <a:ext cx="1883098" cy="735547"/>
      </dsp:txXfrm>
    </dsp:sp>
    <dsp:sp modelId="{A5607F87-227B-409E-A072-6BB760131CAA}">
      <dsp:nvSpPr>
        <dsp:cNvPr id="0" name=""/>
        <dsp:cNvSpPr/>
      </dsp:nvSpPr>
      <dsp:spPr>
        <a:xfrm>
          <a:off x="8117500" y="162717"/>
          <a:ext cx="1883098" cy="508075"/>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15240" tIns="7620" rIns="15240" bIns="7620" numCol="1" spcCol="1270" anchor="b" anchorCtr="0">
          <a:noAutofit/>
        </a:bodyPr>
        <a:lstStyle/>
        <a:p>
          <a:pPr marL="0" lvl="0" indent="0" algn="ctr" defTabSz="533400">
            <a:lnSpc>
              <a:spcPct val="90000"/>
            </a:lnSpc>
            <a:spcBef>
              <a:spcPct val="0"/>
            </a:spcBef>
            <a:spcAft>
              <a:spcPct val="35000"/>
            </a:spcAft>
            <a:buNone/>
            <a:defRPr b="1">
              <a:solidFill>
                <a:schemeClr val="accent1"/>
              </a:solidFill>
            </a:defRPr>
          </a:pPr>
          <a:r>
            <a:rPr lang="en-US" sz="1200" b="1" kern="1200" dirty="0">
              <a:solidFill>
                <a:srgbClr val="C00000"/>
              </a:solidFill>
              <a:latin typeface="Raleway" pitchFamily="34" charset="0"/>
              <a:ea typeface="Raleway" pitchFamily="34" charset="-122"/>
              <a:cs typeface="Raleway" pitchFamily="34" charset="-120"/>
            </a:rPr>
            <a:t> </a:t>
          </a:r>
          <a:r>
            <a:rPr lang="en-US" sz="1200" b="1" kern="1200" dirty="0">
              <a:solidFill>
                <a:schemeClr val="bg1"/>
              </a:solidFill>
              <a:latin typeface="Raleway" pitchFamily="34" charset="0"/>
              <a:ea typeface="Raleway" pitchFamily="34" charset="-122"/>
              <a:cs typeface="Raleway" pitchFamily="34" charset="-120"/>
            </a:rPr>
            <a:t>5</a:t>
          </a:r>
        </a:p>
        <a:p>
          <a:pPr marL="0" lvl="0" indent="0" algn="ctr" defTabSz="533400">
            <a:lnSpc>
              <a:spcPct val="90000"/>
            </a:lnSpc>
            <a:spcBef>
              <a:spcPct val="0"/>
            </a:spcBef>
            <a:spcAft>
              <a:spcPct val="35000"/>
            </a:spcAft>
            <a:buNone/>
            <a:defRPr b="1">
              <a:solidFill>
                <a:schemeClr val="accent1"/>
              </a:solidFill>
            </a:defRPr>
          </a:pPr>
          <a:r>
            <a:rPr lang="en-IN" sz="1200" kern="1200" dirty="0">
              <a:solidFill>
                <a:srgbClr val="F15A2B"/>
              </a:solidFill>
              <a:latin typeface="Roboto" panose="02000000000000000000" pitchFamily="2" charset="0"/>
              <a:ea typeface="Roboto" panose="02000000000000000000" pitchFamily="2" charset="0"/>
              <a:cs typeface="Roboto" panose="02000000000000000000" pitchFamily="2" charset="0"/>
            </a:rPr>
            <a:t>Additional analysis</a:t>
          </a:r>
        </a:p>
      </dsp:txBody>
      <dsp:txXfrm>
        <a:off x="8117500" y="162717"/>
        <a:ext cx="1883098" cy="508075"/>
      </dsp:txXfrm>
    </dsp:sp>
    <dsp:sp modelId="{496D11AA-9158-4A00-911D-A968808D17CF}">
      <dsp:nvSpPr>
        <dsp:cNvPr id="0" name=""/>
        <dsp:cNvSpPr/>
      </dsp:nvSpPr>
      <dsp:spPr>
        <a:xfrm>
          <a:off x="9029162" y="767095"/>
          <a:ext cx="59773" cy="59773"/>
        </a:xfrm>
        <a:prstGeom prst="ellipse">
          <a:avLst/>
        </a:prstGeom>
        <a:solidFill>
          <a:srgbClr val="F15A2B"/>
        </a:solidFill>
        <a:ln w="19050" cap="flat" cmpd="sng" algn="ctr">
          <a:solidFill>
            <a:srgbClr val="F15A2B"/>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DC518D6-0360-4F4B-9EDD-7F025794AA9D}">
      <dsp:nvSpPr>
        <dsp:cNvPr id="0" name=""/>
        <dsp:cNvSpPr/>
      </dsp:nvSpPr>
      <dsp:spPr>
        <a:xfrm>
          <a:off x="8117500" y="924831"/>
          <a:ext cx="1883098" cy="735547"/>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17780" tIns="8890" rIns="17780" bIns="8890" numCol="1" spcCol="1270" anchor="t" anchorCtr="0">
          <a:noAutofit/>
        </a:bodyPr>
        <a:lstStyle/>
        <a:p>
          <a:pPr marL="0" lvl="0" indent="0" algn="ctr" defTabSz="622300">
            <a:lnSpc>
              <a:spcPct val="90000"/>
            </a:lnSpc>
            <a:spcBef>
              <a:spcPct val="0"/>
            </a:spcBef>
            <a:spcAft>
              <a:spcPct val="35000"/>
            </a:spcAft>
            <a:buNone/>
          </a:pPr>
          <a:r>
            <a:rPr lang="en-US" sz="1400" b="1" kern="1200" dirty="0">
              <a:solidFill>
                <a:schemeClr val="bg1"/>
              </a:solidFill>
            </a:rPr>
            <a:t>Bottleneck identification of M/C</a:t>
          </a:r>
          <a:br>
            <a:rPr lang="en-US" sz="1400" b="1" kern="1200" dirty="0">
              <a:solidFill>
                <a:schemeClr val="bg1"/>
              </a:solidFill>
            </a:rPr>
          </a:br>
          <a:r>
            <a:rPr lang="en-US" sz="1400" b="1" kern="1200" dirty="0">
              <a:solidFill>
                <a:schemeClr val="bg1"/>
              </a:solidFill>
            </a:rPr>
            <a:t>&amp; Rework and Rejection analysis  </a:t>
          </a:r>
          <a:endParaRPr lang="en-IN" sz="1400" b="1" kern="1200" dirty="0">
            <a:solidFill>
              <a:schemeClr val="bg1"/>
            </a:solidFill>
          </a:endParaRPr>
        </a:p>
      </dsp:txBody>
      <dsp:txXfrm>
        <a:off x="8117500" y="924831"/>
        <a:ext cx="1883098" cy="73554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0E83D5F-C08C-43B4-BC76-2C9C30C2E948}">
      <dsp:nvSpPr>
        <dsp:cNvPr id="0" name=""/>
        <dsp:cNvSpPr/>
      </dsp:nvSpPr>
      <dsp:spPr>
        <a:xfrm>
          <a:off x="183623" y="735213"/>
          <a:ext cx="8813928" cy="18362"/>
        </a:xfrm>
        <a:prstGeom prst="rect">
          <a:avLst/>
        </a:prstGeom>
        <a:solidFill>
          <a:schemeClr val="bg1"/>
        </a:solidFill>
        <a:ln>
          <a:solidFill>
            <a:schemeClr val="bg1"/>
          </a:solidFill>
        </a:ln>
        <a:effectLst/>
      </dsp:spPr>
      <dsp:style>
        <a:lnRef idx="0">
          <a:scrgbClr r="0" g="0" b="0"/>
        </a:lnRef>
        <a:fillRef idx="1">
          <a:scrgbClr r="0" g="0" b="0"/>
        </a:fillRef>
        <a:effectRef idx="0">
          <a:scrgbClr r="0" g="0" b="0"/>
        </a:effectRef>
        <a:fontRef idx="minor"/>
      </dsp:style>
    </dsp:sp>
    <dsp:sp modelId="{8164866B-6473-4995-B21B-4926D1C2D9D7}">
      <dsp:nvSpPr>
        <dsp:cNvPr id="0" name=""/>
        <dsp:cNvSpPr/>
      </dsp:nvSpPr>
      <dsp:spPr>
        <a:xfrm>
          <a:off x="187927" y="151980"/>
          <a:ext cx="2840426" cy="474551"/>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15240" tIns="7620" rIns="15240" bIns="7620" numCol="1" spcCol="1270" anchor="b" anchorCtr="0">
          <a:noAutofit/>
        </a:bodyPr>
        <a:lstStyle/>
        <a:p>
          <a:pPr marL="0" lvl="0" indent="0" algn="ctr" defTabSz="533400">
            <a:lnSpc>
              <a:spcPct val="90000"/>
            </a:lnSpc>
            <a:spcBef>
              <a:spcPct val="0"/>
            </a:spcBef>
            <a:spcAft>
              <a:spcPct val="35000"/>
            </a:spcAft>
            <a:buNone/>
            <a:defRPr b="1">
              <a:solidFill>
                <a:schemeClr val="accent1"/>
              </a:solidFill>
            </a:defRPr>
          </a:pPr>
          <a:r>
            <a:rPr lang="en-US" sz="1200" b="1" u="none" kern="1200" dirty="0">
              <a:solidFill>
                <a:srgbClr val="F15A2B"/>
              </a:solidFill>
              <a:latin typeface="Raleway" pitchFamily="34" charset="0"/>
              <a:ea typeface="Raleway" pitchFamily="34" charset="-122"/>
              <a:cs typeface="Raleway" pitchFamily="34" charset="-120"/>
            </a:rPr>
            <a:t>Observe</a:t>
          </a:r>
          <a:r>
            <a:rPr lang="en-US" sz="1200" b="1" u="sng" kern="1200" dirty="0">
              <a:solidFill>
                <a:srgbClr val="F15A2B"/>
              </a:solidFill>
              <a:latin typeface="Raleway" pitchFamily="34" charset="0"/>
              <a:ea typeface="Raleway" pitchFamily="34" charset="-122"/>
              <a:cs typeface="Raleway" pitchFamily="34" charset="-120"/>
            </a:rPr>
            <a:t> </a:t>
          </a:r>
          <a:endParaRPr lang="en-IN" sz="1200" u="sng" kern="1200" dirty="0">
            <a:solidFill>
              <a:srgbClr val="F15A2B"/>
            </a:solidFill>
          </a:endParaRPr>
        </a:p>
      </dsp:txBody>
      <dsp:txXfrm>
        <a:off x="187927" y="151980"/>
        <a:ext cx="2840426" cy="474551"/>
      </dsp:txXfrm>
    </dsp:sp>
    <dsp:sp modelId="{EA2DEF03-E38E-4E32-A99E-3A48AAB47E53}">
      <dsp:nvSpPr>
        <dsp:cNvPr id="0" name=""/>
        <dsp:cNvSpPr/>
      </dsp:nvSpPr>
      <dsp:spPr>
        <a:xfrm>
          <a:off x="1580225" y="716480"/>
          <a:ext cx="55829" cy="55829"/>
        </a:xfrm>
        <a:prstGeom prst="ellipse">
          <a:avLst/>
        </a:prstGeom>
        <a:solidFill>
          <a:srgbClr val="F15A2B"/>
        </a:solidFill>
        <a:ln w="19050" cap="flat" cmpd="sng" algn="ctr">
          <a:solidFill>
            <a:srgbClr val="F15A2B"/>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2E1B4E8-F8EF-4251-8DA9-A32619247B58}">
      <dsp:nvSpPr>
        <dsp:cNvPr id="0" name=""/>
        <dsp:cNvSpPr/>
      </dsp:nvSpPr>
      <dsp:spPr>
        <a:xfrm>
          <a:off x="187927" y="863808"/>
          <a:ext cx="2840426" cy="687014"/>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17780" tIns="8890" rIns="17780" bIns="8890" numCol="1" spcCol="1270" anchor="t" anchorCtr="0">
          <a:noAutofit/>
        </a:bodyPr>
        <a:lstStyle/>
        <a:p>
          <a:pPr marL="0" lvl="0" indent="0" algn="ctr" defTabSz="622300">
            <a:lnSpc>
              <a:spcPct val="90000"/>
            </a:lnSpc>
            <a:spcBef>
              <a:spcPct val="0"/>
            </a:spcBef>
            <a:spcAft>
              <a:spcPct val="35000"/>
            </a:spcAft>
            <a:buNone/>
          </a:pPr>
          <a:r>
            <a:rPr lang="en-IN" sz="1400" b="1" kern="1200" dirty="0">
              <a:solidFill>
                <a:schemeClr val="bg1"/>
              </a:solidFill>
              <a:latin typeface="Roboto" panose="02000000000000000000" pitchFamily="2" charset="0"/>
              <a:ea typeface="Roboto" panose="02000000000000000000" pitchFamily="2" charset="0"/>
              <a:cs typeface="Roboto" panose="02000000000000000000" pitchFamily="2" charset="0"/>
            </a:rPr>
            <a:t>Understood plant operations, process flow and study requirements</a:t>
          </a:r>
          <a:endParaRPr lang="en-US" sz="1400" b="1" kern="1200" dirty="0">
            <a:solidFill>
              <a:schemeClr val="bg1"/>
            </a:solidFill>
            <a:latin typeface="Roboto" panose="02000000000000000000" pitchFamily="2" charset="0"/>
            <a:ea typeface="Roboto" panose="02000000000000000000" pitchFamily="2" charset="0"/>
            <a:cs typeface="Roboto" panose="02000000000000000000" pitchFamily="2" charset="0"/>
          </a:endParaRPr>
        </a:p>
      </dsp:txBody>
      <dsp:txXfrm>
        <a:off x="187927" y="863808"/>
        <a:ext cx="2840426" cy="687014"/>
      </dsp:txXfrm>
    </dsp:sp>
    <dsp:sp modelId="{B62747D4-B964-45F3-9092-3114202CF210}">
      <dsp:nvSpPr>
        <dsp:cNvPr id="0" name=""/>
        <dsp:cNvSpPr/>
      </dsp:nvSpPr>
      <dsp:spPr>
        <a:xfrm>
          <a:off x="3170374" y="151980"/>
          <a:ext cx="2840426" cy="474551"/>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15240" tIns="7620" rIns="15240" bIns="7620" numCol="1" spcCol="1270" anchor="b" anchorCtr="0">
          <a:noAutofit/>
        </a:bodyPr>
        <a:lstStyle/>
        <a:p>
          <a:pPr marL="0" lvl="0" indent="0" algn="ctr" defTabSz="533400">
            <a:lnSpc>
              <a:spcPct val="90000"/>
            </a:lnSpc>
            <a:spcBef>
              <a:spcPct val="0"/>
            </a:spcBef>
            <a:spcAft>
              <a:spcPct val="35000"/>
            </a:spcAft>
            <a:buNone/>
            <a:defRPr b="1">
              <a:solidFill>
                <a:schemeClr val="accent1"/>
              </a:solidFill>
            </a:defRPr>
          </a:pPr>
          <a:r>
            <a:rPr lang="en-US" sz="1200" b="1" u="none" kern="1200" dirty="0">
              <a:solidFill>
                <a:srgbClr val="F15A2B"/>
              </a:solidFill>
              <a:latin typeface="Raleway" pitchFamily="34" charset="0"/>
              <a:ea typeface="Raleway" pitchFamily="34" charset="-122"/>
              <a:cs typeface="Raleway" pitchFamily="34" charset="-120"/>
            </a:rPr>
            <a:t>Evaluate</a:t>
          </a:r>
        </a:p>
      </dsp:txBody>
      <dsp:txXfrm>
        <a:off x="3170374" y="151980"/>
        <a:ext cx="2840426" cy="474551"/>
      </dsp:txXfrm>
    </dsp:sp>
    <dsp:sp modelId="{8A85570B-F346-45D4-8BBA-712C0F346DB6}">
      <dsp:nvSpPr>
        <dsp:cNvPr id="0" name=""/>
        <dsp:cNvSpPr/>
      </dsp:nvSpPr>
      <dsp:spPr>
        <a:xfrm>
          <a:off x="4562673" y="716480"/>
          <a:ext cx="55829" cy="55829"/>
        </a:xfrm>
        <a:prstGeom prst="ellipse">
          <a:avLst/>
        </a:prstGeom>
        <a:solidFill>
          <a:srgbClr val="F15A2B"/>
        </a:solidFill>
        <a:ln w="19050" cap="flat" cmpd="sng" algn="ctr">
          <a:solidFill>
            <a:srgbClr val="F15A2B"/>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C64D4D4-76BD-47DD-A505-4BC10B6CF2AF}">
      <dsp:nvSpPr>
        <dsp:cNvPr id="0" name=""/>
        <dsp:cNvSpPr/>
      </dsp:nvSpPr>
      <dsp:spPr>
        <a:xfrm>
          <a:off x="3170374" y="863808"/>
          <a:ext cx="2840426" cy="687014"/>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17780" tIns="8890" rIns="17780" bIns="8890" numCol="1" spcCol="1270" anchor="t" anchorCtr="0">
          <a:noAutofit/>
        </a:bodyPr>
        <a:lstStyle/>
        <a:p>
          <a:pPr marL="0" lvl="0" indent="0" algn="ctr" defTabSz="622300">
            <a:lnSpc>
              <a:spcPct val="90000"/>
            </a:lnSpc>
            <a:spcBef>
              <a:spcPct val="0"/>
            </a:spcBef>
            <a:spcAft>
              <a:spcPct val="35000"/>
            </a:spcAft>
            <a:buNone/>
          </a:pPr>
          <a:r>
            <a:rPr lang="en-IN" sz="1400" b="1" i="0" kern="1200" dirty="0">
              <a:solidFill>
                <a:schemeClr val="bg1"/>
              </a:solidFill>
              <a:latin typeface="Roboto" panose="02000000000000000000" pitchFamily="2" charset="0"/>
              <a:ea typeface="Roboto" panose="02000000000000000000" pitchFamily="2" charset="0"/>
              <a:cs typeface="Roboto" panose="02000000000000000000" pitchFamily="2" charset="0"/>
            </a:rPr>
            <a:t>Analysed cycle times paint shop, wagon delays, VA/NVA activities, and manpower utilization.</a:t>
          </a:r>
          <a:endParaRPr lang="en-IN" sz="1400" b="1" kern="1200" dirty="0">
            <a:solidFill>
              <a:schemeClr val="bg1"/>
            </a:solidFill>
            <a:latin typeface="Roboto" panose="02000000000000000000" pitchFamily="2" charset="0"/>
            <a:ea typeface="Roboto" panose="02000000000000000000" pitchFamily="2" charset="0"/>
            <a:cs typeface="Roboto" panose="02000000000000000000" pitchFamily="2" charset="0"/>
          </a:endParaRPr>
        </a:p>
        <a:p>
          <a:pPr marL="0" lvl="0" indent="0" algn="ctr" defTabSz="1600200">
            <a:lnSpc>
              <a:spcPct val="90000"/>
            </a:lnSpc>
            <a:spcBef>
              <a:spcPct val="0"/>
            </a:spcBef>
            <a:spcAft>
              <a:spcPct val="35000"/>
            </a:spcAft>
            <a:buNone/>
          </a:pPr>
          <a:endParaRPr lang="en-IN" sz="3600" kern="1200" dirty="0"/>
        </a:p>
        <a:p>
          <a:pPr marL="0" lvl="0" indent="0" algn="ctr" defTabSz="1600200">
            <a:lnSpc>
              <a:spcPct val="90000"/>
            </a:lnSpc>
            <a:spcBef>
              <a:spcPct val="0"/>
            </a:spcBef>
            <a:spcAft>
              <a:spcPct val="35000"/>
            </a:spcAft>
            <a:buNone/>
          </a:pPr>
          <a:endParaRPr lang="en-IN" sz="3600" kern="1200" dirty="0"/>
        </a:p>
      </dsp:txBody>
      <dsp:txXfrm>
        <a:off x="3170374" y="863808"/>
        <a:ext cx="2840426" cy="687014"/>
      </dsp:txXfrm>
    </dsp:sp>
    <dsp:sp modelId="{361EA141-8354-46D7-AF49-821EE3D9B563}">
      <dsp:nvSpPr>
        <dsp:cNvPr id="0" name=""/>
        <dsp:cNvSpPr/>
      </dsp:nvSpPr>
      <dsp:spPr>
        <a:xfrm>
          <a:off x="6152822" y="171646"/>
          <a:ext cx="2840426" cy="474551"/>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15240" tIns="7620" rIns="15240" bIns="7620" numCol="1" spcCol="1270" anchor="b" anchorCtr="0">
          <a:noAutofit/>
        </a:bodyPr>
        <a:lstStyle/>
        <a:p>
          <a:pPr marL="0" lvl="0" indent="0" algn="ctr" defTabSz="533400">
            <a:lnSpc>
              <a:spcPct val="90000"/>
            </a:lnSpc>
            <a:spcBef>
              <a:spcPct val="0"/>
            </a:spcBef>
            <a:spcAft>
              <a:spcPct val="35000"/>
            </a:spcAft>
            <a:buNone/>
            <a:defRPr b="1">
              <a:solidFill>
                <a:schemeClr val="accent1"/>
              </a:solidFill>
            </a:defRPr>
          </a:pPr>
          <a:r>
            <a:rPr lang="en-US" sz="1200" b="1" u="none" kern="1200" dirty="0">
              <a:solidFill>
                <a:srgbClr val="F15A2B"/>
              </a:solidFill>
              <a:latin typeface="Raleway" pitchFamily="34" charset="0"/>
              <a:ea typeface="Raleway" pitchFamily="34" charset="-122"/>
              <a:cs typeface="Raleway" pitchFamily="34" charset="-120"/>
            </a:rPr>
            <a:t>Action</a:t>
          </a:r>
          <a:endParaRPr lang="en-IN" sz="1200" kern="1200" dirty="0">
            <a:solidFill>
              <a:srgbClr val="F15A2B"/>
            </a:solidFill>
          </a:endParaRPr>
        </a:p>
      </dsp:txBody>
      <dsp:txXfrm>
        <a:off x="6152822" y="171646"/>
        <a:ext cx="2840426" cy="474551"/>
      </dsp:txXfrm>
    </dsp:sp>
    <dsp:sp modelId="{2018468C-81B4-46AC-A51D-0303309ABE28}">
      <dsp:nvSpPr>
        <dsp:cNvPr id="0" name=""/>
        <dsp:cNvSpPr/>
      </dsp:nvSpPr>
      <dsp:spPr>
        <a:xfrm>
          <a:off x="7545120" y="716480"/>
          <a:ext cx="55829" cy="55829"/>
        </a:xfrm>
        <a:prstGeom prst="ellipse">
          <a:avLst/>
        </a:prstGeom>
        <a:solidFill>
          <a:srgbClr val="F15A2B"/>
        </a:solidFill>
        <a:ln w="19050" cap="flat" cmpd="sng" algn="ctr">
          <a:solidFill>
            <a:srgbClr val="F15A2B"/>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42102B1-9C36-4474-9F31-BB1C2C1713F0}">
      <dsp:nvSpPr>
        <dsp:cNvPr id="0" name=""/>
        <dsp:cNvSpPr/>
      </dsp:nvSpPr>
      <dsp:spPr>
        <a:xfrm>
          <a:off x="6152822" y="863808"/>
          <a:ext cx="2840426" cy="687014"/>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17780" tIns="8890" rIns="17780" bIns="8890" numCol="1" spcCol="1270" anchor="t" anchorCtr="0">
          <a:noAutofit/>
        </a:bodyPr>
        <a:lstStyle/>
        <a:p>
          <a:pPr marL="0" lvl="0" indent="0" algn="ctr" defTabSz="622300">
            <a:lnSpc>
              <a:spcPct val="90000"/>
            </a:lnSpc>
            <a:spcBef>
              <a:spcPct val="0"/>
            </a:spcBef>
            <a:spcAft>
              <a:spcPct val="35000"/>
            </a:spcAft>
            <a:buNone/>
          </a:pPr>
          <a:r>
            <a:rPr lang="en-IN" sz="1400" b="1" i="0" kern="1200" dirty="0">
              <a:solidFill>
                <a:schemeClr val="bg1"/>
              </a:solidFill>
              <a:latin typeface="Roboto" panose="02000000000000000000" pitchFamily="2" charset="0"/>
              <a:ea typeface="Roboto" panose="02000000000000000000" pitchFamily="2" charset="0"/>
              <a:cs typeface="Roboto" panose="02000000000000000000" pitchFamily="2" charset="0"/>
            </a:rPr>
            <a:t>Performed detailed time studies and developed digital simulation models.</a:t>
          </a:r>
          <a:endParaRPr lang="en-IN" sz="1400" b="1" kern="1200" dirty="0">
            <a:solidFill>
              <a:schemeClr val="bg1"/>
            </a:solidFill>
            <a:latin typeface="Roboto" panose="02000000000000000000" pitchFamily="2" charset="0"/>
            <a:ea typeface="Roboto" panose="02000000000000000000" pitchFamily="2" charset="0"/>
            <a:cs typeface="Roboto" panose="02000000000000000000" pitchFamily="2" charset="0"/>
          </a:endParaRPr>
        </a:p>
        <a:p>
          <a:pPr marL="0" lvl="0" indent="0" algn="ctr" defTabSz="1600200">
            <a:lnSpc>
              <a:spcPct val="90000"/>
            </a:lnSpc>
            <a:spcBef>
              <a:spcPct val="0"/>
            </a:spcBef>
            <a:spcAft>
              <a:spcPct val="35000"/>
            </a:spcAft>
            <a:buNone/>
          </a:pPr>
          <a:endParaRPr lang="en-IN" sz="3600" kern="1200" dirty="0"/>
        </a:p>
        <a:p>
          <a:pPr marL="0" lvl="0" indent="0" algn="ctr" defTabSz="1600200">
            <a:lnSpc>
              <a:spcPct val="90000"/>
            </a:lnSpc>
            <a:spcBef>
              <a:spcPct val="0"/>
            </a:spcBef>
            <a:spcAft>
              <a:spcPct val="35000"/>
            </a:spcAft>
            <a:buNone/>
          </a:pPr>
          <a:endParaRPr lang="en-IN" sz="3600" kern="1200" dirty="0"/>
        </a:p>
      </dsp:txBody>
      <dsp:txXfrm>
        <a:off x="6152822" y="863808"/>
        <a:ext cx="2840426" cy="68701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0E83D5F-C08C-43B4-BC76-2C9C30C2E948}">
      <dsp:nvSpPr>
        <dsp:cNvPr id="0" name=""/>
        <dsp:cNvSpPr/>
      </dsp:nvSpPr>
      <dsp:spPr>
        <a:xfrm>
          <a:off x="119346" y="826066"/>
          <a:ext cx="5728654" cy="11934"/>
        </a:xfrm>
        <a:prstGeom prst="rect">
          <a:avLst/>
        </a:prstGeom>
        <a:solidFill>
          <a:srgbClr val="C00000"/>
        </a:solidFill>
        <a:ln>
          <a:noFill/>
        </a:ln>
        <a:effectLst/>
      </dsp:spPr>
      <dsp:style>
        <a:lnRef idx="0">
          <a:scrgbClr r="0" g="0" b="0"/>
        </a:lnRef>
        <a:fillRef idx="1">
          <a:scrgbClr r="0" g="0" b="0"/>
        </a:fillRef>
        <a:effectRef idx="0">
          <a:scrgbClr r="0" g="0" b="0"/>
        </a:effectRef>
        <a:fontRef idx="minor"/>
      </dsp:style>
    </dsp:sp>
    <dsp:sp modelId="{8164866B-6473-4995-B21B-4926D1C2D9D7}">
      <dsp:nvSpPr>
        <dsp:cNvPr id="0" name=""/>
        <dsp:cNvSpPr/>
      </dsp:nvSpPr>
      <dsp:spPr>
        <a:xfrm>
          <a:off x="121864" y="169873"/>
          <a:ext cx="1100695" cy="530421"/>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20320" tIns="10160" rIns="20320" bIns="10160" numCol="1" spcCol="1270" anchor="b" anchorCtr="0">
          <a:noAutofit/>
        </a:bodyPr>
        <a:lstStyle/>
        <a:p>
          <a:pPr marL="0" lvl="0" indent="0" algn="ctr" defTabSz="711200">
            <a:lnSpc>
              <a:spcPct val="90000"/>
            </a:lnSpc>
            <a:spcBef>
              <a:spcPct val="0"/>
            </a:spcBef>
            <a:spcAft>
              <a:spcPct val="35000"/>
            </a:spcAft>
            <a:buNone/>
            <a:defRPr b="1">
              <a:solidFill>
                <a:schemeClr val="accent1"/>
              </a:solidFill>
            </a:defRPr>
          </a:pPr>
          <a:r>
            <a:rPr lang="en-US" sz="1600" b="0" kern="1200" dirty="0">
              <a:solidFill>
                <a:srgbClr val="F15A2B"/>
              </a:solidFill>
              <a:latin typeface="Raleway" pitchFamily="34" charset="0"/>
              <a:ea typeface="Raleway" pitchFamily="34" charset="-122"/>
              <a:cs typeface="Raleway" pitchFamily="34" charset="-120"/>
            </a:rPr>
            <a:t>Phase 1</a:t>
          </a:r>
          <a:endParaRPr lang="en-IN" sz="1600" b="0" kern="1200" dirty="0">
            <a:solidFill>
              <a:srgbClr val="F15A2B"/>
            </a:solidFill>
          </a:endParaRPr>
        </a:p>
      </dsp:txBody>
      <dsp:txXfrm>
        <a:off x="121864" y="169873"/>
        <a:ext cx="1100695" cy="530421"/>
      </dsp:txXfrm>
    </dsp:sp>
    <dsp:sp modelId="{EA2DEF03-E38E-4E32-A99E-3A48AAB47E53}">
      <dsp:nvSpPr>
        <dsp:cNvPr id="0" name=""/>
        <dsp:cNvSpPr/>
      </dsp:nvSpPr>
      <dsp:spPr>
        <a:xfrm>
          <a:off x="641011" y="800832"/>
          <a:ext cx="62402" cy="62402"/>
        </a:xfrm>
        <a:prstGeom prst="ellipse">
          <a:avLst/>
        </a:prstGeom>
        <a:solidFill>
          <a:srgbClr val="F15A2B"/>
        </a:solidFill>
        <a:ln w="19050" cap="flat" cmpd="sng" algn="ctr">
          <a:solidFill>
            <a:srgbClr val="F15A2B"/>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2E1B4E8-F8EF-4251-8DA9-A32619247B58}">
      <dsp:nvSpPr>
        <dsp:cNvPr id="0" name=""/>
        <dsp:cNvSpPr/>
      </dsp:nvSpPr>
      <dsp:spPr>
        <a:xfrm>
          <a:off x="121864" y="965505"/>
          <a:ext cx="1100695" cy="767897"/>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11430" tIns="5715" rIns="11430" bIns="5715" numCol="1" spcCol="1270" anchor="t" anchorCtr="0">
          <a:noAutofit/>
        </a:bodyPr>
        <a:lstStyle/>
        <a:p>
          <a:pPr marL="0" lvl="0" indent="0" algn="ctr" defTabSz="400050">
            <a:lnSpc>
              <a:spcPct val="90000"/>
            </a:lnSpc>
            <a:spcBef>
              <a:spcPct val="0"/>
            </a:spcBef>
            <a:spcAft>
              <a:spcPct val="35000"/>
            </a:spcAft>
            <a:buNone/>
          </a:pPr>
          <a:r>
            <a:rPr lang="en-US" sz="900" b="1" kern="1200" dirty="0">
              <a:solidFill>
                <a:schemeClr val="bg1"/>
              </a:solidFill>
              <a:latin typeface="Roboto Bold" pitchFamily="34" charset="0"/>
              <a:ea typeface="Roboto Bold" pitchFamily="34" charset="-122"/>
              <a:cs typeface="Roboto Bold" pitchFamily="34" charset="-120"/>
            </a:rPr>
            <a:t>Understand &amp;Diagnose</a:t>
          </a:r>
          <a:endParaRPr lang="en-IN" sz="900" kern="1200" dirty="0">
            <a:solidFill>
              <a:schemeClr val="bg1"/>
            </a:solidFill>
          </a:endParaRPr>
        </a:p>
        <a:p>
          <a:pPr marL="0" lvl="0" indent="0" algn="ctr" defTabSz="400050">
            <a:lnSpc>
              <a:spcPct val="90000"/>
            </a:lnSpc>
            <a:spcBef>
              <a:spcPct val="0"/>
            </a:spcBef>
            <a:spcAft>
              <a:spcPct val="35000"/>
            </a:spcAft>
            <a:buNone/>
          </a:pPr>
          <a:r>
            <a:rPr lang="en-US" sz="900" kern="1200" dirty="0">
              <a:solidFill>
                <a:srgbClr val="F15A2B"/>
              </a:solidFill>
              <a:latin typeface="Roboto" pitchFamily="34" charset="0"/>
              <a:ea typeface="Roboto" pitchFamily="34" charset="-122"/>
              <a:cs typeface="Roboto" pitchFamily="34" charset="-120"/>
            </a:rPr>
            <a:t>Plant mapping, process observation, data collection</a:t>
          </a:r>
          <a:endParaRPr lang="en-US" sz="900" kern="1200" dirty="0">
            <a:solidFill>
              <a:srgbClr val="F15A2B"/>
            </a:solidFill>
          </a:endParaRPr>
        </a:p>
      </dsp:txBody>
      <dsp:txXfrm>
        <a:off x="121864" y="965505"/>
        <a:ext cx="1100695" cy="767897"/>
      </dsp:txXfrm>
    </dsp:sp>
    <dsp:sp modelId="{00E37AF5-1BC7-46E4-8CA9-443AD956FF98}">
      <dsp:nvSpPr>
        <dsp:cNvPr id="0" name=""/>
        <dsp:cNvSpPr/>
      </dsp:nvSpPr>
      <dsp:spPr>
        <a:xfrm>
          <a:off x="1277595" y="169873"/>
          <a:ext cx="1100695" cy="530421"/>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20320" tIns="10160" rIns="20320" bIns="10160" numCol="1" spcCol="1270" anchor="b" anchorCtr="0">
          <a:noAutofit/>
        </a:bodyPr>
        <a:lstStyle/>
        <a:p>
          <a:pPr marL="0" lvl="0" indent="0" algn="ctr" defTabSz="711200">
            <a:lnSpc>
              <a:spcPct val="90000"/>
            </a:lnSpc>
            <a:spcBef>
              <a:spcPct val="0"/>
            </a:spcBef>
            <a:spcAft>
              <a:spcPct val="35000"/>
            </a:spcAft>
            <a:buNone/>
            <a:defRPr b="1">
              <a:solidFill>
                <a:schemeClr val="accent1"/>
              </a:solidFill>
            </a:defRPr>
          </a:pPr>
          <a:r>
            <a:rPr lang="en-US" sz="1600" b="0" kern="1200" dirty="0">
              <a:solidFill>
                <a:srgbClr val="F15A2B"/>
              </a:solidFill>
              <a:latin typeface="Raleway" pitchFamily="34" charset="0"/>
              <a:ea typeface="Raleway" pitchFamily="34" charset="-122"/>
              <a:cs typeface="Raleway" pitchFamily="34" charset="-120"/>
            </a:rPr>
            <a:t>Phase 2</a:t>
          </a:r>
          <a:endParaRPr lang="en-IN" sz="1600" b="0" kern="1200" dirty="0">
            <a:solidFill>
              <a:srgbClr val="F15A2B"/>
            </a:solidFill>
          </a:endParaRPr>
        </a:p>
      </dsp:txBody>
      <dsp:txXfrm>
        <a:off x="1277595" y="169873"/>
        <a:ext cx="1100695" cy="530421"/>
      </dsp:txXfrm>
    </dsp:sp>
    <dsp:sp modelId="{2923EFF9-E1F5-4FBD-B505-CB0FEFDEFFD9}">
      <dsp:nvSpPr>
        <dsp:cNvPr id="0" name=""/>
        <dsp:cNvSpPr/>
      </dsp:nvSpPr>
      <dsp:spPr>
        <a:xfrm>
          <a:off x="1796741" y="800832"/>
          <a:ext cx="62402" cy="62402"/>
        </a:xfrm>
        <a:prstGeom prst="ellipse">
          <a:avLst/>
        </a:prstGeom>
        <a:solidFill>
          <a:srgbClr val="F15A2B"/>
        </a:solidFill>
        <a:ln w="19050" cap="flat" cmpd="sng" algn="ctr">
          <a:solidFill>
            <a:srgbClr val="F15A2B"/>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1914B0D-531B-4378-9EA7-6B383B56B689}">
      <dsp:nvSpPr>
        <dsp:cNvPr id="0" name=""/>
        <dsp:cNvSpPr/>
      </dsp:nvSpPr>
      <dsp:spPr>
        <a:xfrm>
          <a:off x="1277595" y="965505"/>
          <a:ext cx="1100695" cy="767897"/>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11430" tIns="5715" rIns="11430" bIns="5715" numCol="1" spcCol="1270" anchor="t" anchorCtr="0">
          <a:noAutofit/>
        </a:bodyPr>
        <a:lstStyle/>
        <a:p>
          <a:pPr marL="0" lvl="0" indent="0" algn="ctr" defTabSz="400050">
            <a:lnSpc>
              <a:spcPct val="90000"/>
            </a:lnSpc>
            <a:spcBef>
              <a:spcPct val="0"/>
            </a:spcBef>
            <a:spcAft>
              <a:spcPct val="35000"/>
            </a:spcAft>
            <a:buNone/>
          </a:pPr>
          <a:r>
            <a:rPr lang="en-US" sz="900" b="1" kern="1200" dirty="0">
              <a:solidFill>
                <a:schemeClr val="bg1"/>
              </a:solidFill>
              <a:latin typeface="Roboto Bold" pitchFamily="34" charset="0"/>
              <a:ea typeface="Roboto Bold" pitchFamily="34" charset="-122"/>
              <a:cs typeface="Roboto Bold" pitchFamily="34" charset="-120"/>
            </a:rPr>
            <a:t>Analyze</a:t>
          </a:r>
          <a:endParaRPr lang="en-IN" sz="900" kern="1200" dirty="0">
            <a:solidFill>
              <a:schemeClr val="bg1"/>
            </a:solidFill>
          </a:endParaRPr>
        </a:p>
        <a:p>
          <a:pPr marL="0" lvl="0" indent="0" algn="ctr" defTabSz="400050">
            <a:lnSpc>
              <a:spcPct val="90000"/>
            </a:lnSpc>
            <a:spcBef>
              <a:spcPct val="0"/>
            </a:spcBef>
            <a:spcAft>
              <a:spcPct val="35000"/>
            </a:spcAft>
            <a:buNone/>
          </a:pPr>
          <a:r>
            <a:rPr lang="en-US" sz="900" kern="1200" dirty="0">
              <a:solidFill>
                <a:srgbClr val="F15A2B"/>
              </a:solidFill>
              <a:latin typeface="Roboto" pitchFamily="34" charset="0"/>
              <a:ea typeface="Roboto" pitchFamily="34" charset="-122"/>
              <a:cs typeface="Roboto" pitchFamily="34" charset="-120"/>
            </a:rPr>
            <a:t>Time study, video analysis, root cause analysis</a:t>
          </a:r>
          <a:endParaRPr lang="en-US" sz="900" kern="1200" dirty="0">
            <a:solidFill>
              <a:srgbClr val="F15A2B"/>
            </a:solidFill>
          </a:endParaRPr>
        </a:p>
      </dsp:txBody>
      <dsp:txXfrm>
        <a:off x="1277595" y="965505"/>
        <a:ext cx="1100695" cy="767897"/>
      </dsp:txXfrm>
    </dsp:sp>
    <dsp:sp modelId="{B62747D4-B964-45F3-9092-3114202CF210}">
      <dsp:nvSpPr>
        <dsp:cNvPr id="0" name=""/>
        <dsp:cNvSpPr/>
      </dsp:nvSpPr>
      <dsp:spPr>
        <a:xfrm>
          <a:off x="2433326" y="169873"/>
          <a:ext cx="1100695" cy="530421"/>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20320" tIns="10160" rIns="20320" bIns="10160" numCol="1" spcCol="1270" anchor="b" anchorCtr="0">
          <a:noAutofit/>
        </a:bodyPr>
        <a:lstStyle/>
        <a:p>
          <a:pPr marL="0" lvl="0" indent="0" algn="ctr" defTabSz="711200">
            <a:lnSpc>
              <a:spcPct val="90000"/>
            </a:lnSpc>
            <a:spcBef>
              <a:spcPct val="0"/>
            </a:spcBef>
            <a:spcAft>
              <a:spcPct val="35000"/>
            </a:spcAft>
            <a:buNone/>
            <a:defRPr b="1">
              <a:solidFill>
                <a:schemeClr val="accent1"/>
              </a:solidFill>
            </a:defRPr>
          </a:pPr>
          <a:r>
            <a:rPr lang="en-US" sz="1600" b="0" kern="1200" dirty="0">
              <a:solidFill>
                <a:srgbClr val="F15A2B"/>
              </a:solidFill>
              <a:latin typeface="Raleway" pitchFamily="34" charset="0"/>
              <a:ea typeface="Raleway" pitchFamily="34" charset="-122"/>
              <a:cs typeface="Raleway" pitchFamily="34" charset="-120"/>
            </a:rPr>
            <a:t>Phase 3</a:t>
          </a:r>
          <a:endParaRPr lang="en-IN" sz="1600" b="0" kern="1200" dirty="0">
            <a:solidFill>
              <a:srgbClr val="F15A2B"/>
            </a:solidFill>
          </a:endParaRPr>
        </a:p>
      </dsp:txBody>
      <dsp:txXfrm>
        <a:off x="2433326" y="169873"/>
        <a:ext cx="1100695" cy="530421"/>
      </dsp:txXfrm>
    </dsp:sp>
    <dsp:sp modelId="{8A85570B-F346-45D4-8BBA-712C0F346DB6}">
      <dsp:nvSpPr>
        <dsp:cNvPr id="0" name=""/>
        <dsp:cNvSpPr/>
      </dsp:nvSpPr>
      <dsp:spPr>
        <a:xfrm>
          <a:off x="2952472" y="800832"/>
          <a:ext cx="62402" cy="62402"/>
        </a:xfrm>
        <a:prstGeom prst="ellipse">
          <a:avLst/>
        </a:prstGeom>
        <a:solidFill>
          <a:srgbClr val="F15A2B"/>
        </a:solidFill>
        <a:ln w="19050" cap="flat" cmpd="sng" algn="ctr">
          <a:solidFill>
            <a:srgbClr val="F15A2B"/>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C64D4D4-76BD-47DD-A505-4BC10B6CF2AF}">
      <dsp:nvSpPr>
        <dsp:cNvPr id="0" name=""/>
        <dsp:cNvSpPr/>
      </dsp:nvSpPr>
      <dsp:spPr>
        <a:xfrm>
          <a:off x="2433326" y="965505"/>
          <a:ext cx="1100695" cy="767897"/>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11430" tIns="5715" rIns="11430" bIns="5715" numCol="1" spcCol="1270" anchor="t" anchorCtr="0">
          <a:noAutofit/>
        </a:bodyPr>
        <a:lstStyle/>
        <a:p>
          <a:pPr marL="0" lvl="0" indent="0" algn="ctr" defTabSz="400050">
            <a:lnSpc>
              <a:spcPct val="90000"/>
            </a:lnSpc>
            <a:spcBef>
              <a:spcPct val="0"/>
            </a:spcBef>
            <a:spcAft>
              <a:spcPct val="35000"/>
            </a:spcAft>
            <a:buNone/>
          </a:pPr>
          <a:r>
            <a:rPr lang="en-US" sz="900" b="1" kern="1200" dirty="0">
              <a:solidFill>
                <a:schemeClr val="bg1"/>
              </a:solidFill>
              <a:latin typeface="Roboto Bold" pitchFamily="34" charset="0"/>
              <a:ea typeface="Roboto Bold" pitchFamily="34" charset="-122"/>
              <a:cs typeface="Roboto Bold" pitchFamily="34" charset="-120"/>
            </a:rPr>
            <a:t>Visualize &amp; Design</a:t>
          </a:r>
          <a:endParaRPr lang="en-IN" sz="900" kern="1200" dirty="0">
            <a:solidFill>
              <a:schemeClr val="bg1"/>
            </a:solidFill>
          </a:endParaRPr>
        </a:p>
        <a:p>
          <a:pPr marL="0" lvl="0" indent="0" algn="ctr" defTabSz="400050">
            <a:lnSpc>
              <a:spcPct val="90000"/>
            </a:lnSpc>
            <a:spcBef>
              <a:spcPct val="0"/>
            </a:spcBef>
            <a:spcAft>
              <a:spcPct val="35000"/>
            </a:spcAft>
            <a:buNone/>
          </a:pPr>
          <a:r>
            <a:rPr lang="en-US" sz="900" kern="1200" dirty="0">
              <a:solidFill>
                <a:srgbClr val="F15A2B"/>
              </a:solidFill>
              <a:latin typeface="Roboto" pitchFamily="34" charset="0"/>
              <a:ea typeface="Roboto" pitchFamily="34" charset="-122"/>
              <a:cs typeface="Roboto" pitchFamily="34" charset="-120"/>
            </a:rPr>
            <a:t>Layout simulation, standard work, opportunity design</a:t>
          </a:r>
          <a:endParaRPr lang="en-US" sz="900" kern="1200" dirty="0">
            <a:solidFill>
              <a:srgbClr val="F15A2B"/>
            </a:solidFill>
          </a:endParaRPr>
        </a:p>
      </dsp:txBody>
      <dsp:txXfrm>
        <a:off x="2433326" y="965505"/>
        <a:ext cx="1100695" cy="767897"/>
      </dsp:txXfrm>
    </dsp:sp>
    <dsp:sp modelId="{60A3B6D5-0F02-4A25-82BA-9649CE8A28A4}">
      <dsp:nvSpPr>
        <dsp:cNvPr id="0" name=""/>
        <dsp:cNvSpPr/>
      </dsp:nvSpPr>
      <dsp:spPr>
        <a:xfrm>
          <a:off x="3589056" y="169873"/>
          <a:ext cx="1100695" cy="530421"/>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20320" tIns="10160" rIns="20320" bIns="10160" numCol="1" spcCol="1270" anchor="b" anchorCtr="0">
          <a:noAutofit/>
        </a:bodyPr>
        <a:lstStyle/>
        <a:p>
          <a:pPr marL="0" lvl="0" indent="0" algn="ctr" defTabSz="711200">
            <a:lnSpc>
              <a:spcPct val="90000"/>
            </a:lnSpc>
            <a:spcBef>
              <a:spcPct val="0"/>
            </a:spcBef>
            <a:spcAft>
              <a:spcPct val="35000"/>
            </a:spcAft>
            <a:buNone/>
            <a:defRPr b="1">
              <a:solidFill>
                <a:schemeClr val="accent1"/>
              </a:solidFill>
            </a:defRPr>
          </a:pPr>
          <a:r>
            <a:rPr lang="en-US" sz="1600" b="0" kern="1200" dirty="0">
              <a:solidFill>
                <a:srgbClr val="F15A2B"/>
              </a:solidFill>
              <a:latin typeface="Raleway" pitchFamily="34" charset="0"/>
              <a:ea typeface="Raleway" pitchFamily="34" charset="-122"/>
              <a:cs typeface="Raleway" pitchFamily="34" charset="-120"/>
            </a:rPr>
            <a:t>Phase 4</a:t>
          </a:r>
          <a:endParaRPr lang="en-IN" sz="1600" b="0" kern="1200" dirty="0">
            <a:solidFill>
              <a:srgbClr val="F15A2B"/>
            </a:solidFill>
          </a:endParaRPr>
        </a:p>
      </dsp:txBody>
      <dsp:txXfrm>
        <a:off x="3589056" y="169873"/>
        <a:ext cx="1100695" cy="530421"/>
      </dsp:txXfrm>
    </dsp:sp>
    <dsp:sp modelId="{F11FF043-ABD3-4B27-BEED-61AE0FB25240}">
      <dsp:nvSpPr>
        <dsp:cNvPr id="0" name=""/>
        <dsp:cNvSpPr/>
      </dsp:nvSpPr>
      <dsp:spPr>
        <a:xfrm>
          <a:off x="4108203" y="800832"/>
          <a:ext cx="62402" cy="62402"/>
        </a:xfrm>
        <a:prstGeom prst="ellipse">
          <a:avLst/>
        </a:prstGeom>
        <a:solidFill>
          <a:srgbClr val="F15A2B"/>
        </a:solidFill>
        <a:ln w="19050" cap="flat" cmpd="sng" algn="ctr">
          <a:solidFill>
            <a:srgbClr val="F15A2B"/>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2337C28-AC3C-46E3-99CD-9150171B958D}">
      <dsp:nvSpPr>
        <dsp:cNvPr id="0" name=""/>
        <dsp:cNvSpPr/>
      </dsp:nvSpPr>
      <dsp:spPr>
        <a:xfrm>
          <a:off x="3589056" y="965505"/>
          <a:ext cx="1100695" cy="767897"/>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11430" tIns="5715" rIns="11430" bIns="5715" numCol="1" spcCol="1270" anchor="t" anchorCtr="0">
          <a:noAutofit/>
        </a:bodyPr>
        <a:lstStyle/>
        <a:p>
          <a:pPr marL="0" lvl="0" indent="0" algn="ctr" defTabSz="400050">
            <a:lnSpc>
              <a:spcPct val="90000"/>
            </a:lnSpc>
            <a:spcBef>
              <a:spcPct val="0"/>
            </a:spcBef>
            <a:spcAft>
              <a:spcPct val="35000"/>
            </a:spcAft>
            <a:buNone/>
          </a:pPr>
          <a:r>
            <a:rPr lang="en-US" sz="900" b="1" kern="1200" dirty="0">
              <a:solidFill>
                <a:schemeClr val="bg1"/>
              </a:solidFill>
              <a:latin typeface="Roboto Bold" pitchFamily="34" charset="0"/>
              <a:ea typeface="Roboto Bold" pitchFamily="34" charset="-122"/>
              <a:cs typeface="Roboto Bold" pitchFamily="34" charset="-120"/>
            </a:rPr>
            <a:t>Deliver</a:t>
          </a:r>
          <a:endParaRPr lang="en-IN" sz="900" kern="1200" dirty="0">
            <a:solidFill>
              <a:schemeClr val="bg1"/>
            </a:solidFill>
          </a:endParaRPr>
        </a:p>
        <a:p>
          <a:pPr marL="0" lvl="0" indent="0" algn="ctr" defTabSz="400050">
            <a:lnSpc>
              <a:spcPct val="90000"/>
            </a:lnSpc>
            <a:spcBef>
              <a:spcPct val="0"/>
            </a:spcBef>
            <a:spcAft>
              <a:spcPct val="35000"/>
            </a:spcAft>
            <a:buNone/>
          </a:pPr>
          <a:r>
            <a:rPr lang="en-US" sz="900" kern="1200" dirty="0">
              <a:solidFill>
                <a:srgbClr val="F15A2B"/>
              </a:solidFill>
              <a:latin typeface="Roboto" pitchFamily="34" charset="0"/>
              <a:ea typeface="Roboto" pitchFamily="34" charset="-122"/>
              <a:cs typeface="Roboto" pitchFamily="34" charset="-120"/>
            </a:rPr>
            <a:t>PMO tracking, implementation, operator training</a:t>
          </a:r>
          <a:endParaRPr lang="en-US" sz="900" kern="1200" dirty="0">
            <a:solidFill>
              <a:srgbClr val="F15A2B"/>
            </a:solidFill>
          </a:endParaRPr>
        </a:p>
      </dsp:txBody>
      <dsp:txXfrm>
        <a:off x="3589056" y="965505"/>
        <a:ext cx="1100695" cy="767897"/>
      </dsp:txXfrm>
    </dsp:sp>
    <dsp:sp modelId="{D7F595D5-CED1-4432-A0E8-BF81516ACCFC}">
      <dsp:nvSpPr>
        <dsp:cNvPr id="0" name=""/>
        <dsp:cNvSpPr/>
      </dsp:nvSpPr>
      <dsp:spPr>
        <a:xfrm>
          <a:off x="4744787" y="169873"/>
          <a:ext cx="1100695" cy="530421"/>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20320" tIns="10160" rIns="20320" bIns="10160" numCol="1" spcCol="1270" anchor="b" anchorCtr="0">
          <a:noAutofit/>
        </a:bodyPr>
        <a:lstStyle/>
        <a:p>
          <a:pPr marL="0" lvl="0" indent="0" algn="ctr" defTabSz="711200">
            <a:lnSpc>
              <a:spcPct val="90000"/>
            </a:lnSpc>
            <a:spcBef>
              <a:spcPct val="0"/>
            </a:spcBef>
            <a:spcAft>
              <a:spcPct val="35000"/>
            </a:spcAft>
            <a:buNone/>
            <a:defRPr b="1">
              <a:solidFill>
                <a:schemeClr val="accent1"/>
              </a:solidFill>
            </a:defRPr>
          </a:pPr>
          <a:r>
            <a:rPr lang="en-US" sz="1600" b="0" kern="1200" dirty="0">
              <a:solidFill>
                <a:srgbClr val="F15A2B"/>
              </a:solidFill>
              <a:latin typeface="Raleway" pitchFamily="34" charset="0"/>
              <a:ea typeface="Raleway" pitchFamily="34" charset="-122"/>
              <a:cs typeface="Raleway" pitchFamily="34" charset="-120"/>
            </a:rPr>
            <a:t>Phase 5</a:t>
          </a:r>
          <a:endParaRPr lang="en-IN" sz="1600" b="0" kern="1200" dirty="0">
            <a:solidFill>
              <a:srgbClr val="F15A2B"/>
            </a:solidFill>
          </a:endParaRPr>
        </a:p>
      </dsp:txBody>
      <dsp:txXfrm>
        <a:off x="4744787" y="169873"/>
        <a:ext cx="1100695" cy="530421"/>
      </dsp:txXfrm>
    </dsp:sp>
    <dsp:sp modelId="{DF12A896-4150-427C-A99C-5160DD8B4EBF}">
      <dsp:nvSpPr>
        <dsp:cNvPr id="0" name=""/>
        <dsp:cNvSpPr/>
      </dsp:nvSpPr>
      <dsp:spPr>
        <a:xfrm>
          <a:off x="5263934" y="800832"/>
          <a:ext cx="62402" cy="62402"/>
        </a:xfrm>
        <a:prstGeom prst="ellipse">
          <a:avLst/>
        </a:prstGeom>
        <a:solidFill>
          <a:srgbClr val="F15A2B"/>
        </a:solidFill>
        <a:ln w="19050" cap="flat" cmpd="sng" algn="ctr">
          <a:solidFill>
            <a:srgbClr val="F15A2B"/>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680E445-16DC-4626-ADDE-08194AB5E722}">
      <dsp:nvSpPr>
        <dsp:cNvPr id="0" name=""/>
        <dsp:cNvSpPr/>
      </dsp:nvSpPr>
      <dsp:spPr>
        <a:xfrm>
          <a:off x="4744787" y="965505"/>
          <a:ext cx="1100695" cy="767897"/>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11430" tIns="5715" rIns="11430" bIns="5715" numCol="1" spcCol="1270" anchor="t" anchorCtr="0">
          <a:noAutofit/>
        </a:bodyPr>
        <a:lstStyle/>
        <a:p>
          <a:pPr marL="0" lvl="0" indent="0" algn="ctr" defTabSz="400050">
            <a:lnSpc>
              <a:spcPct val="90000"/>
            </a:lnSpc>
            <a:spcBef>
              <a:spcPct val="0"/>
            </a:spcBef>
            <a:spcAft>
              <a:spcPct val="35000"/>
            </a:spcAft>
            <a:buNone/>
          </a:pPr>
          <a:r>
            <a:rPr lang="en-US" sz="900" b="1" kern="1200" dirty="0">
              <a:solidFill>
                <a:schemeClr val="bg1"/>
              </a:solidFill>
              <a:latin typeface="Roboto Bold" pitchFamily="34" charset="0"/>
              <a:ea typeface="Roboto Bold" pitchFamily="34" charset="-122"/>
              <a:cs typeface="Roboto Bold" pitchFamily="34" charset="-120"/>
            </a:rPr>
            <a:t>Sustain</a:t>
          </a:r>
          <a:endParaRPr lang="en-IN" sz="900" kern="1200" dirty="0">
            <a:solidFill>
              <a:schemeClr val="bg1"/>
            </a:solidFill>
          </a:endParaRPr>
        </a:p>
        <a:p>
          <a:pPr marL="0" lvl="0" indent="0" algn="ctr" defTabSz="400050">
            <a:lnSpc>
              <a:spcPct val="90000"/>
            </a:lnSpc>
            <a:spcBef>
              <a:spcPct val="0"/>
            </a:spcBef>
            <a:spcAft>
              <a:spcPct val="35000"/>
            </a:spcAft>
            <a:buNone/>
          </a:pPr>
          <a:r>
            <a:rPr lang="en-US" sz="900" kern="1200" dirty="0">
              <a:solidFill>
                <a:srgbClr val="F15A2B"/>
              </a:solidFill>
              <a:latin typeface="Roboto" pitchFamily="34" charset="0"/>
              <a:ea typeface="Roboto" pitchFamily="34" charset="-122"/>
              <a:cs typeface="Roboto" pitchFamily="34" charset="-120"/>
            </a:rPr>
            <a:t>SOPs, monitoring, continuous improvement</a:t>
          </a:r>
          <a:endParaRPr lang="en-US" sz="900" kern="1200" dirty="0">
            <a:solidFill>
              <a:srgbClr val="F15A2B"/>
            </a:solidFill>
          </a:endParaRPr>
        </a:p>
      </dsp:txBody>
      <dsp:txXfrm>
        <a:off x="4744787" y="965505"/>
        <a:ext cx="1100695" cy="767897"/>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9C854A3-AC9C-4E1B-B710-269FFA18F8D4}">
      <dsp:nvSpPr>
        <dsp:cNvPr id="0" name=""/>
        <dsp:cNvSpPr/>
      </dsp:nvSpPr>
      <dsp:spPr>
        <a:xfrm>
          <a:off x="372544" y="-7243"/>
          <a:ext cx="1852655" cy="1852655"/>
        </a:xfrm>
        <a:prstGeom prst="circularArrow">
          <a:avLst>
            <a:gd name="adj1" fmla="val 5274"/>
            <a:gd name="adj2" fmla="val 312630"/>
            <a:gd name="adj3" fmla="val 14330088"/>
            <a:gd name="adj4" fmla="val 17067600"/>
            <a:gd name="adj5" fmla="val 5477"/>
          </a:avLst>
        </a:prstGeom>
        <a:solidFill>
          <a:srgbClr val="156082">
            <a:tint val="40000"/>
            <a:hueOff val="0"/>
            <a:satOff val="0"/>
            <a:lumOff val="0"/>
            <a:alphaOff val="0"/>
          </a:srgbClr>
        </a:solidFill>
        <a:ln>
          <a:noFill/>
        </a:ln>
        <a:effectLst/>
      </dsp:spPr>
      <dsp:style>
        <a:lnRef idx="0">
          <a:scrgbClr r="0" g="0" b="0"/>
        </a:lnRef>
        <a:fillRef idx="1">
          <a:scrgbClr r="0" g="0" b="0"/>
        </a:fillRef>
        <a:effectRef idx="0">
          <a:scrgbClr r="0" g="0" b="0"/>
        </a:effectRef>
        <a:fontRef idx="minor"/>
      </dsp:style>
    </dsp:sp>
    <dsp:sp modelId="{1F390DEB-A5FA-4B12-95BC-2242B86DD72E}">
      <dsp:nvSpPr>
        <dsp:cNvPr id="0" name=""/>
        <dsp:cNvSpPr/>
      </dsp:nvSpPr>
      <dsp:spPr>
        <a:xfrm>
          <a:off x="878058" y="639"/>
          <a:ext cx="764224" cy="382112"/>
        </a:xfrm>
        <a:prstGeom prst="roundRect">
          <a:avLst/>
        </a:prstGeom>
        <a:noFill/>
        <a:ln w="19050" cap="flat" cmpd="sng" algn="ctr">
          <a:solidFill>
            <a:schemeClr val="bg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b="1" kern="1200" dirty="0">
              <a:solidFill>
                <a:srgbClr val="F15A2B"/>
              </a:solidFill>
              <a:latin typeface="Roboto" panose="02000000000000000000" pitchFamily="2" charset="0"/>
              <a:ea typeface="Roboto" panose="02000000000000000000" pitchFamily="2" charset="0"/>
              <a:cs typeface="Roboto" panose="02000000000000000000" pitchFamily="2" charset="0"/>
            </a:rPr>
            <a:t>Raw Material</a:t>
          </a:r>
          <a:endParaRPr lang="en-US" sz="900" kern="1200" dirty="0">
            <a:solidFill>
              <a:srgbClr val="F15A2B"/>
            </a:solidFill>
            <a:latin typeface="Roboto" panose="02000000000000000000" pitchFamily="2" charset="0"/>
            <a:ea typeface="Roboto" panose="02000000000000000000" pitchFamily="2" charset="0"/>
            <a:cs typeface="Roboto" panose="02000000000000000000" pitchFamily="2" charset="0"/>
          </a:endParaRPr>
        </a:p>
      </dsp:txBody>
      <dsp:txXfrm>
        <a:off x="896711" y="19292"/>
        <a:ext cx="726918" cy="344806"/>
      </dsp:txXfrm>
    </dsp:sp>
    <dsp:sp modelId="{B54CE8FD-8A06-418A-95E3-4CA3C76AB560}">
      <dsp:nvSpPr>
        <dsp:cNvPr id="0" name=""/>
        <dsp:cNvSpPr/>
      </dsp:nvSpPr>
      <dsp:spPr>
        <a:xfrm>
          <a:off x="1629436" y="546547"/>
          <a:ext cx="764224" cy="382112"/>
        </a:xfrm>
        <a:prstGeom prst="roundRect">
          <a:avLst/>
        </a:prstGeom>
        <a:noFill/>
        <a:ln w="19050" cap="flat" cmpd="sng" algn="ctr">
          <a:solidFill>
            <a:schemeClr val="bg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b="1" kern="1200" dirty="0">
              <a:solidFill>
                <a:srgbClr val="F15A2B"/>
              </a:solidFill>
              <a:latin typeface="Roboto" panose="02000000000000000000" pitchFamily="2" charset="0"/>
              <a:ea typeface="Roboto" panose="02000000000000000000" pitchFamily="2" charset="0"/>
              <a:cs typeface="Roboto" panose="02000000000000000000" pitchFamily="2" charset="0"/>
            </a:rPr>
            <a:t>Press Shop</a:t>
          </a:r>
          <a:endParaRPr lang="en-IN" sz="900" kern="1200" dirty="0">
            <a:solidFill>
              <a:srgbClr val="F15A2B"/>
            </a:solidFill>
            <a:latin typeface="Roboto" panose="02000000000000000000" pitchFamily="2" charset="0"/>
            <a:ea typeface="Roboto" panose="02000000000000000000" pitchFamily="2" charset="0"/>
            <a:cs typeface="Roboto" panose="02000000000000000000" pitchFamily="2" charset="0"/>
          </a:endParaRPr>
        </a:p>
      </dsp:txBody>
      <dsp:txXfrm>
        <a:off x="1648089" y="565200"/>
        <a:ext cx="726918" cy="344806"/>
      </dsp:txXfrm>
    </dsp:sp>
    <dsp:sp modelId="{E39E1691-D5E3-4773-A502-39460F2564B4}">
      <dsp:nvSpPr>
        <dsp:cNvPr id="0" name=""/>
        <dsp:cNvSpPr/>
      </dsp:nvSpPr>
      <dsp:spPr>
        <a:xfrm>
          <a:off x="1342435" y="1429844"/>
          <a:ext cx="764224" cy="382112"/>
        </a:xfrm>
        <a:prstGeom prst="roundRect">
          <a:avLst/>
        </a:prstGeom>
        <a:noFill/>
        <a:ln w="19050" cap="flat" cmpd="sng" algn="ctr">
          <a:solidFill>
            <a:schemeClr val="bg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b="1" kern="1200" dirty="0">
              <a:solidFill>
                <a:srgbClr val="F15A2B"/>
              </a:solidFill>
              <a:latin typeface="Roboto" panose="02000000000000000000" pitchFamily="2" charset="0"/>
              <a:ea typeface="Roboto" panose="02000000000000000000" pitchFamily="2" charset="0"/>
              <a:cs typeface="Roboto" panose="02000000000000000000" pitchFamily="2" charset="0"/>
            </a:rPr>
            <a:t>Weld Shop</a:t>
          </a:r>
          <a:endParaRPr lang="en-IN" sz="900" kern="1200" dirty="0">
            <a:solidFill>
              <a:srgbClr val="F15A2B"/>
            </a:solidFill>
            <a:latin typeface="Roboto" panose="02000000000000000000" pitchFamily="2" charset="0"/>
            <a:ea typeface="Roboto" panose="02000000000000000000" pitchFamily="2" charset="0"/>
            <a:cs typeface="Roboto" panose="02000000000000000000" pitchFamily="2" charset="0"/>
          </a:endParaRPr>
        </a:p>
      </dsp:txBody>
      <dsp:txXfrm>
        <a:off x="1361088" y="1448497"/>
        <a:ext cx="726918" cy="344806"/>
      </dsp:txXfrm>
    </dsp:sp>
    <dsp:sp modelId="{EACADB34-3BE8-49E8-A129-1097D14D86C3}">
      <dsp:nvSpPr>
        <dsp:cNvPr id="0" name=""/>
        <dsp:cNvSpPr/>
      </dsp:nvSpPr>
      <dsp:spPr>
        <a:xfrm>
          <a:off x="413681" y="1429844"/>
          <a:ext cx="764224" cy="382112"/>
        </a:xfrm>
        <a:prstGeom prst="roundRect">
          <a:avLst/>
        </a:prstGeom>
        <a:noFill/>
        <a:ln w="19050" cap="flat" cmpd="sng" algn="ctr">
          <a:solidFill>
            <a:schemeClr val="bg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b="1" kern="1200" dirty="0">
              <a:solidFill>
                <a:srgbClr val="F15A2B"/>
              </a:solidFill>
              <a:latin typeface="Roboto" panose="02000000000000000000" pitchFamily="2" charset="0"/>
              <a:ea typeface="Roboto" panose="02000000000000000000" pitchFamily="2" charset="0"/>
              <a:cs typeface="Roboto" panose="02000000000000000000" pitchFamily="2" charset="0"/>
            </a:rPr>
            <a:t>Inspection</a:t>
          </a:r>
          <a:endParaRPr lang="en-IN" sz="900" kern="1200" dirty="0">
            <a:solidFill>
              <a:srgbClr val="F15A2B"/>
            </a:solidFill>
            <a:latin typeface="Roboto" panose="02000000000000000000" pitchFamily="2" charset="0"/>
            <a:ea typeface="Roboto" panose="02000000000000000000" pitchFamily="2" charset="0"/>
            <a:cs typeface="Roboto" panose="02000000000000000000" pitchFamily="2" charset="0"/>
          </a:endParaRPr>
        </a:p>
      </dsp:txBody>
      <dsp:txXfrm>
        <a:off x="432334" y="1448497"/>
        <a:ext cx="726918" cy="344806"/>
      </dsp:txXfrm>
    </dsp:sp>
    <dsp:sp modelId="{C0D0AF56-C897-4880-9183-D46D344BC05F}">
      <dsp:nvSpPr>
        <dsp:cNvPr id="0" name=""/>
        <dsp:cNvSpPr/>
      </dsp:nvSpPr>
      <dsp:spPr>
        <a:xfrm>
          <a:off x="126680" y="546547"/>
          <a:ext cx="764224" cy="382112"/>
        </a:xfrm>
        <a:prstGeom prst="roundRect">
          <a:avLst/>
        </a:prstGeom>
        <a:noFill/>
        <a:ln w="19050" cap="flat" cmpd="sng" algn="ctr">
          <a:solidFill>
            <a:schemeClr val="bg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b="1" kern="1200" dirty="0">
              <a:solidFill>
                <a:srgbClr val="F15A2B"/>
              </a:solidFill>
              <a:latin typeface="Roboto" panose="02000000000000000000" pitchFamily="2" charset="0"/>
              <a:ea typeface="Roboto" panose="02000000000000000000" pitchFamily="2" charset="0"/>
              <a:cs typeface="Roboto" panose="02000000000000000000" pitchFamily="2" charset="0"/>
            </a:rPr>
            <a:t>Dispatch</a:t>
          </a:r>
          <a:endParaRPr lang="en-IN" sz="900" kern="1200" dirty="0">
            <a:solidFill>
              <a:srgbClr val="F15A2B"/>
            </a:solidFill>
            <a:latin typeface="Roboto" panose="02000000000000000000" pitchFamily="2" charset="0"/>
            <a:ea typeface="Roboto" panose="02000000000000000000" pitchFamily="2" charset="0"/>
            <a:cs typeface="Roboto" panose="02000000000000000000" pitchFamily="2" charset="0"/>
          </a:endParaRPr>
        </a:p>
      </dsp:txBody>
      <dsp:txXfrm>
        <a:off x="145333" y="565200"/>
        <a:ext cx="726918" cy="344806"/>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9C854A3-AC9C-4E1B-B710-269FFA18F8D4}">
      <dsp:nvSpPr>
        <dsp:cNvPr id="0" name=""/>
        <dsp:cNvSpPr/>
      </dsp:nvSpPr>
      <dsp:spPr>
        <a:xfrm>
          <a:off x="411612" y="9826"/>
          <a:ext cx="1981851" cy="1981851"/>
        </a:xfrm>
        <a:prstGeom prst="circularArrow">
          <a:avLst>
            <a:gd name="adj1" fmla="val 5274"/>
            <a:gd name="adj2" fmla="val 312630"/>
            <a:gd name="adj3" fmla="val 14330088"/>
            <a:gd name="adj4" fmla="val 17067600"/>
            <a:gd name="adj5" fmla="val 5477"/>
          </a:avLst>
        </a:prstGeom>
        <a:solidFill>
          <a:srgbClr val="156082">
            <a:tint val="40000"/>
            <a:hueOff val="0"/>
            <a:satOff val="0"/>
            <a:lumOff val="0"/>
            <a:alphaOff val="0"/>
          </a:srgbClr>
        </a:solidFill>
        <a:ln>
          <a:noFill/>
        </a:ln>
        <a:effectLst/>
      </dsp:spPr>
      <dsp:style>
        <a:lnRef idx="0">
          <a:scrgbClr r="0" g="0" b="0"/>
        </a:lnRef>
        <a:fillRef idx="1">
          <a:scrgbClr r="0" g="0" b="0"/>
        </a:fillRef>
        <a:effectRef idx="0">
          <a:scrgbClr r="0" g="0" b="0"/>
        </a:effectRef>
        <a:fontRef idx="minor"/>
      </dsp:style>
    </dsp:sp>
    <dsp:sp modelId="{1F390DEB-A5FA-4B12-95BC-2242B86DD72E}">
      <dsp:nvSpPr>
        <dsp:cNvPr id="0" name=""/>
        <dsp:cNvSpPr/>
      </dsp:nvSpPr>
      <dsp:spPr>
        <a:xfrm>
          <a:off x="1070422" y="578"/>
          <a:ext cx="673308" cy="336654"/>
        </a:xfrm>
        <a:prstGeom prst="roundRect">
          <a:avLst/>
        </a:prstGeom>
        <a:noFill/>
        <a:ln w="19050" cap="flat" cmpd="sng" algn="ctr">
          <a:solidFill>
            <a:schemeClr val="bg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355600">
            <a:lnSpc>
              <a:spcPct val="90000"/>
            </a:lnSpc>
            <a:spcBef>
              <a:spcPct val="0"/>
            </a:spcBef>
            <a:spcAft>
              <a:spcPct val="35000"/>
            </a:spcAft>
            <a:buNone/>
          </a:pPr>
          <a:r>
            <a:rPr lang="en-US" sz="800" b="1" kern="1200" dirty="0">
              <a:solidFill>
                <a:srgbClr val="F15A2B"/>
              </a:solidFill>
              <a:latin typeface="Roboto" panose="02000000000000000000" pitchFamily="2" charset="0"/>
              <a:ea typeface="Roboto" panose="02000000000000000000" pitchFamily="2" charset="0"/>
              <a:cs typeface="Roboto" panose="02000000000000000000" pitchFamily="2" charset="0"/>
            </a:rPr>
            <a:t>Raw Material</a:t>
          </a:r>
          <a:endParaRPr lang="en-US" sz="800" kern="1200" dirty="0">
            <a:solidFill>
              <a:srgbClr val="F15A2B"/>
            </a:solidFill>
            <a:latin typeface="Roboto" panose="02000000000000000000" pitchFamily="2" charset="0"/>
            <a:ea typeface="Roboto" panose="02000000000000000000" pitchFamily="2" charset="0"/>
            <a:cs typeface="Roboto" panose="02000000000000000000" pitchFamily="2" charset="0"/>
          </a:endParaRPr>
        </a:p>
      </dsp:txBody>
      <dsp:txXfrm>
        <a:off x="1086856" y="17012"/>
        <a:ext cx="640440" cy="303786"/>
      </dsp:txXfrm>
    </dsp:sp>
    <dsp:sp modelId="{B54CE8FD-8A06-418A-95E3-4CA3C76AB560}">
      <dsp:nvSpPr>
        <dsp:cNvPr id="0" name=""/>
        <dsp:cNvSpPr/>
      </dsp:nvSpPr>
      <dsp:spPr>
        <a:xfrm>
          <a:off x="1766703" y="402577"/>
          <a:ext cx="673308" cy="336654"/>
        </a:xfrm>
        <a:prstGeom prst="roundRect">
          <a:avLst/>
        </a:prstGeom>
        <a:noFill/>
        <a:ln w="19050" cap="flat" cmpd="sng" algn="ctr">
          <a:solidFill>
            <a:schemeClr val="bg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355600">
            <a:lnSpc>
              <a:spcPct val="90000"/>
            </a:lnSpc>
            <a:spcBef>
              <a:spcPct val="0"/>
            </a:spcBef>
            <a:spcAft>
              <a:spcPct val="35000"/>
            </a:spcAft>
            <a:buNone/>
          </a:pPr>
          <a:r>
            <a:rPr lang="en-US" sz="800" b="1" kern="1200" dirty="0">
              <a:solidFill>
                <a:srgbClr val="F15A2B"/>
              </a:solidFill>
              <a:latin typeface="Roboto" panose="02000000000000000000" pitchFamily="2" charset="0"/>
              <a:ea typeface="Roboto" panose="02000000000000000000" pitchFamily="2" charset="0"/>
              <a:cs typeface="Roboto" panose="02000000000000000000" pitchFamily="2" charset="0"/>
            </a:rPr>
            <a:t>Press Shop</a:t>
          </a:r>
          <a:endParaRPr lang="en-IN" sz="800" kern="1200" dirty="0">
            <a:solidFill>
              <a:srgbClr val="F15A2B"/>
            </a:solidFill>
            <a:latin typeface="Roboto" panose="02000000000000000000" pitchFamily="2" charset="0"/>
            <a:ea typeface="Roboto" panose="02000000000000000000" pitchFamily="2" charset="0"/>
            <a:cs typeface="Roboto" panose="02000000000000000000" pitchFamily="2" charset="0"/>
          </a:endParaRPr>
        </a:p>
      </dsp:txBody>
      <dsp:txXfrm>
        <a:off x="1783137" y="419011"/>
        <a:ext cx="640440" cy="303786"/>
      </dsp:txXfrm>
    </dsp:sp>
    <dsp:sp modelId="{E39E1691-D5E3-4773-A502-39460F2564B4}">
      <dsp:nvSpPr>
        <dsp:cNvPr id="0" name=""/>
        <dsp:cNvSpPr/>
      </dsp:nvSpPr>
      <dsp:spPr>
        <a:xfrm>
          <a:off x="1766703" y="1206573"/>
          <a:ext cx="673308" cy="336654"/>
        </a:xfrm>
        <a:prstGeom prst="roundRect">
          <a:avLst/>
        </a:prstGeom>
        <a:noFill/>
        <a:ln w="19050" cap="flat" cmpd="sng" algn="ctr">
          <a:solidFill>
            <a:schemeClr val="bg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355600">
            <a:lnSpc>
              <a:spcPct val="90000"/>
            </a:lnSpc>
            <a:spcBef>
              <a:spcPct val="0"/>
            </a:spcBef>
            <a:spcAft>
              <a:spcPct val="35000"/>
            </a:spcAft>
            <a:buNone/>
          </a:pPr>
          <a:r>
            <a:rPr lang="en-US" sz="800" b="1" kern="1200" dirty="0">
              <a:solidFill>
                <a:srgbClr val="F15A2B"/>
              </a:solidFill>
              <a:latin typeface="Roboto" panose="02000000000000000000" pitchFamily="2" charset="0"/>
              <a:ea typeface="Roboto" panose="02000000000000000000" pitchFamily="2" charset="0"/>
              <a:cs typeface="Roboto" panose="02000000000000000000" pitchFamily="2" charset="0"/>
            </a:rPr>
            <a:t>Weld Shop</a:t>
          </a:r>
          <a:endParaRPr lang="en-IN" sz="800" kern="1200" dirty="0">
            <a:solidFill>
              <a:srgbClr val="F15A2B"/>
            </a:solidFill>
            <a:latin typeface="Roboto" panose="02000000000000000000" pitchFamily="2" charset="0"/>
            <a:ea typeface="Roboto" panose="02000000000000000000" pitchFamily="2" charset="0"/>
            <a:cs typeface="Roboto" panose="02000000000000000000" pitchFamily="2" charset="0"/>
          </a:endParaRPr>
        </a:p>
      </dsp:txBody>
      <dsp:txXfrm>
        <a:off x="1783137" y="1223007"/>
        <a:ext cx="640440" cy="303786"/>
      </dsp:txXfrm>
    </dsp:sp>
    <dsp:sp modelId="{93437BC2-F4CA-4D9A-85AD-CF5039B604E0}">
      <dsp:nvSpPr>
        <dsp:cNvPr id="0" name=""/>
        <dsp:cNvSpPr/>
      </dsp:nvSpPr>
      <dsp:spPr>
        <a:xfrm>
          <a:off x="1070422" y="1608572"/>
          <a:ext cx="673308" cy="336654"/>
        </a:xfrm>
        <a:prstGeom prst="roundRect">
          <a:avLst/>
        </a:prstGeom>
        <a:solidFill>
          <a:schemeClr val="accent1">
            <a:hueOff val="0"/>
            <a:satOff val="0"/>
            <a:lumOff val="0"/>
            <a:alphaOff val="0"/>
          </a:schemeClr>
        </a:solidFill>
        <a:ln w="19050" cap="flat" cmpd="sng" algn="ctr">
          <a:solidFill>
            <a:schemeClr val="bg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355600">
            <a:lnSpc>
              <a:spcPct val="90000"/>
            </a:lnSpc>
            <a:spcBef>
              <a:spcPct val="0"/>
            </a:spcBef>
            <a:spcAft>
              <a:spcPct val="35000"/>
            </a:spcAft>
            <a:buNone/>
          </a:pPr>
          <a:r>
            <a:rPr lang="en-US" sz="800" b="1" kern="1200" dirty="0">
              <a:solidFill>
                <a:srgbClr val="F15A2B"/>
              </a:solidFill>
              <a:latin typeface="Roboto" panose="02000000000000000000" pitchFamily="2" charset="0"/>
              <a:ea typeface="Roboto" panose="02000000000000000000" pitchFamily="2" charset="0"/>
              <a:cs typeface="Roboto" panose="02000000000000000000" pitchFamily="2" charset="0"/>
            </a:rPr>
            <a:t>Paint shop</a:t>
          </a:r>
          <a:endParaRPr lang="en-IN" sz="800" b="1" kern="1200" dirty="0">
            <a:solidFill>
              <a:srgbClr val="F15A2B"/>
            </a:solidFill>
            <a:latin typeface="Roboto" panose="02000000000000000000" pitchFamily="2" charset="0"/>
            <a:ea typeface="Roboto" panose="02000000000000000000" pitchFamily="2" charset="0"/>
            <a:cs typeface="Roboto" panose="02000000000000000000" pitchFamily="2" charset="0"/>
          </a:endParaRPr>
        </a:p>
      </dsp:txBody>
      <dsp:txXfrm>
        <a:off x="1086856" y="1625006"/>
        <a:ext cx="640440" cy="303786"/>
      </dsp:txXfrm>
    </dsp:sp>
    <dsp:sp modelId="{EACADB34-3BE8-49E8-A129-1097D14D86C3}">
      <dsp:nvSpPr>
        <dsp:cNvPr id="0" name=""/>
        <dsp:cNvSpPr/>
      </dsp:nvSpPr>
      <dsp:spPr>
        <a:xfrm>
          <a:off x="374140" y="1206573"/>
          <a:ext cx="673308" cy="336654"/>
        </a:xfrm>
        <a:prstGeom prst="roundRect">
          <a:avLst/>
        </a:prstGeom>
        <a:noFill/>
        <a:ln w="19050" cap="flat" cmpd="sng" algn="ctr">
          <a:solidFill>
            <a:schemeClr val="bg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355600">
            <a:lnSpc>
              <a:spcPct val="90000"/>
            </a:lnSpc>
            <a:spcBef>
              <a:spcPct val="0"/>
            </a:spcBef>
            <a:spcAft>
              <a:spcPct val="35000"/>
            </a:spcAft>
            <a:buNone/>
          </a:pPr>
          <a:r>
            <a:rPr lang="en-US" sz="800" b="1" kern="1200" dirty="0">
              <a:solidFill>
                <a:srgbClr val="F15A2B"/>
              </a:solidFill>
              <a:latin typeface="Roboto" panose="02000000000000000000" pitchFamily="2" charset="0"/>
              <a:ea typeface="Roboto" panose="02000000000000000000" pitchFamily="2" charset="0"/>
              <a:cs typeface="Roboto" panose="02000000000000000000" pitchFamily="2" charset="0"/>
            </a:rPr>
            <a:t>Inspection</a:t>
          </a:r>
          <a:endParaRPr lang="en-IN" sz="800" kern="1200" dirty="0">
            <a:solidFill>
              <a:srgbClr val="F15A2B"/>
            </a:solidFill>
            <a:latin typeface="Roboto" panose="02000000000000000000" pitchFamily="2" charset="0"/>
            <a:ea typeface="Roboto" panose="02000000000000000000" pitchFamily="2" charset="0"/>
            <a:cs typeface="Roboto" panose="02000000000000000000" pitchFamily="2" charset="0"/>
          </a:endParaRPr>
        </a:p>
      </dsp:txBody>
      <dsp:txXfrm>
        <a:off x="390574" y="1223007"/>
        <a:ext cx="640440" cy="303786"/>
      </dsp:txXfrm>
    </dsp:sp>
    <dsp:sp modelId="{C0D0AF56-C897-4880-9183-D46D344BC05F}">
      <dsp:nvSpPr>
        <dsp:cNvPr id="0" name=""/>
        <dsp:cNvSpPr/>
      </dsp:nvSpPr>
      <dsp:spPr>
        <a:xfrm>
          <a:off x="374140" y="402577"/>
          <a:ext cx="673308" cy="336654"/>
        </a:xfrm>
        <a:prstGeom prst="roundRect">
          <a:avLst/>
        </a:prstGeom>
        <a:noFill/>
        <a:ln w="19050" cap="flat" cmpd="sng" algn="ctr">
          <a:solidFill>
            <a:schemeClr val="bg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355600">
            <a:lnSpc>
              <a:spcPct val="90000"/>
            </a:lnSpc>
            <a:spcBef>
              <a:spcPct val="0"/>
            </a:spcBef>
            <a:spcAft>
              <a:spcPct val="35000"/>
            </a:spcAft>
            <a:buNone/>
          </a:pPr>
          <a:r>
            <a:rPr lang="en-US" sz="800" b="1" kern="1200" dirty="0">
              <a:solidFill>
                <a:srgbClr val="F15A2B"/>
              </a:solidFill>
              <a:latin typeface="Roboto" panose="02000000000000000000" pitchFamily="2" charset="0"/>
              <a:ea typeface="Roboto" panose="02000000000000000000" pitchFamily="2" charset="0"/>
              <a:cs typeface="Roboto" panose="02000000000000000000" pitchFamily="2" charset="0"/>
            </a:rPr>
            <a:t>Dispatch</a:t>
          </a:r>
          <a:endParaRPr lang="en-IN" sz="800" kern="1200" dirty="0">
            <a:solidFill>
              <a:srgbClr val="F15A2B"/>
            </a:solidFill>
            <a:latin typeface="Roboto" panose="02000000000000000000" pitchFamily="2" charset="0"/>
            <a:ea typeface="Roboto" panose="02000000000000000000" pitchFamily="2" charset="0"/>
            <a:cs typeface="Roboto" panose="02000000000000000000" pitchFamily="2" charset="0"/>
          </a:endParaRPr>
        </a:p>
      </dsp:txBody>
      <dsp:txXfrm>
        <a:off x="390574" y="419011"/>
        <a:ext cx="640440" cy="303786"/>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8B04F14-AB77-4526-BB90-2664058C82A5}">
      <dsp:nvSpPr>
        <dsp:cNvPr id="0" name=""/>
        <dsp:cNvSpPr/>
      </dsp:nvSpPr>
      <dsp:spPr>
        <a:xfrm>
          <a:off x="133923" y="1392"/>
          <a:ext cx="1419572" cy="1059681"/>
        </a:xfrm>
        <a:prstGeom prst="round2SameRect">
          <a:avLst>
            <a:gd name="adj1" fmla="val 8000"/>
            <a:gd name="adj2" fmla="val 0"/>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430" tIns="34290" rIns="11430" bIns="11430" numCol="1" spcCol="1270" anchor="t" anchorCtr="0">
          <a:noAutofit/>
        </a:bodyPr>
        <a:lstStyle/>
        <a:p>
          <a:pPr marL="57150" lvl="1" indent="-57150" algn="l" defTabSz="400050">
            <a:lnSpc>
              <a:spcPct val="90000"/>
            </a:lnSpc>
            <a:spcBef>
              <a:spcPct val="0"/>
            </a:spcBef>
            <a:spcAft>
              <a:spcPct val="15000"/>
            </a:spcAft>
            <a:buNone/>
          </a:pPr>
          <a:r>
            <a:rPr lang="en-IN" sz="900" kern="1200" dirty="0">
              <a:solidFill>
                <a:srgbClr val="F3592E"/>
              </a:solidFill>
            </a:rPr>
            <a:t>Mapped manufacturing flows and studied activities across the press, paint, and final inspection areas.</a:t>
          </a:r>
        </a:p>
      </dsp:txBody>
      <dsp:txXfrm>
        <a:off x="158753" y="26222"/>
        <a:ext cx="1369912" cy="1034851"/>
      </dsp:txXfrm>
    </dsp:sp>
    <dsp:sp modelId="{6E12977D-AC2F-4CBE-9F65-209E9FDF11E1}">
      <dsp:nvSpPr>
        <dsp:cNvPr id="0" name=""/>
        <dsp:cNvSpPr/>
      </dsp:nvSpPr>
      <dsp:spPr>
        <a:xfrm>
          <a:off x="133923" y="1061073"/>
          <a:ext cx="1419572" cy="455662"/>
        </a:xfrm>
        <a:prstGeom prst="rect">
          <a:avLst/>
        </a:prstGeom>
        <a:solidFill>
          <a:schemeClr val="dk2">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0" rIns="11430" bIns="0" numCol="1" spcCol="1270" anchor="ctr" anchorCtr="0">
          <a:noAutofit/>
        </a:bodyPr>
        <a:lstStyle/>
        <a:p>
          <a:pPr marL="0" lvl="0" indent="0" algn="l" defTabSz="400050">
            <a:lnSpc>
              <a:spcPct val="90000"/>
            </a:lnSpc>
            <a:spcBef>
              <a:spcPct val="0"/>
            </a:spcBef>
            <a:spcAft>
              <a:spcPct val="35000"/>
            </a:spcAft>
            <a:buNone/>
          </a:pPr>
          <a:r>
            <a:rPr lang="en-IN" sz="900" b="1" kern="1200" dirty="0"/>
            <a:t>Observe the process</a:t>
          </a:r>
          <a:br>
            <a:rPr lang="en-IN" sz="900" kern="1200" dirty="0"/>
          </a:br>
          <a:endParaRPr lang="en-IN" sz="900" kern="1200" dirty="0"/>
        </a:p>
      </dsp:txBody>
      <dsp:txXfrm>
        <a:off x="133923" y="1061073"/>
        <a:ext cx="999699" cy="455662"/>
      </dsp:txXfrm>
    </dsp:sp>
    <dsp:sp modelId="{F030F08A-8D0A-4610-A47A-9C6EF2A124D1}">
      <dsp:nvSpPr>
        <dsp:cNvPr id="0" name=""/>
        <dsp:cNvSpPr/>
      </dsp:nvSpPr>
      <dsp:spPr>
        <a:xfrm>
          <a:off x="1173780" y="1133451"/>
          <a:ext cx="496850" cy="496850"/>
        </a:xfrm>
        <a:prstGeom prst="ellipse">
          <a:avLst/>
        </a:prstGeom>
        <a:blipFill>
          <a:blip xmlns:r="http://schemas.openxmlformats.org/officeDocument/2006/relationships" r:embed="rId1"/>
          <a:srcRect/>
          <a:stretch>
            <a:fillRect l="-39000" r="-39000"/>
          </a:stretch>
        </a:blipFill>
        <a:ln w="19050" cap="flat" cmpd="sng" algn="ctr">
          <a:solidFill>
            <a:schemeClr val="dk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E95C6D1-61BA-4694-9208-A0B2E2EB0C99}">
      <dsp:nvSpPr>
        <dsp:cNvPr id="0" name=""/>
        <dsp:cNvSpPr/>
      </dsp:nvSpPr>
      <dsp:spPr>
        <a:xfrm>
          <a:off x="1793722" y="1392"/>
          <a:ext cx="1419572" cy="1059681"/>
        </a:xfrm>
        <a:prstGeom prst="round2SameRect">
          <a:avLst>
            <a:gd name="adj1" fmla="val 8000"/>
            <a:gd name="adj2" fmla="val 0"/>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430" tIns="34290" rIns="11430" bIns="11430" numCol="1" spcCol="1270" anchor="t" anchorCtr="0">
          <a:noAutofit/>
        </a:bodyPr>
        <a:lstStyle/>
        <a:p>
          <a:pPr marL="57150" lvl="1" indent="-57150" algn="l" defTabSz="400050">
            <a:lnSpc>
              <a:spcPct val="90000"/>
            </a:lnSpc>
            <a:spcBef>
              <a:spcPct val="0"/>
            </a:spcBef>
            <a:spcAft>
              <a:spcPct val="15000"/>
            </a:spcAft>
            <a:buNone/>
          </a:pPr>
          <a:r>
            <a:rPr lang="en-IN" sz="900" b="0" kern="1200" dirty="0">
              <a:latin typeface="Raleway" pitchFamily="2" charset="0"/>
            </a:rPr>
            <a:t>Collected cycle-time and changeover data, including 20+ die changeovers, 40+ cycle studies, and 150+ unloading baskets.</a:t>
          </a:r>
        </a:p>
      </dsp:txBody>
      <dsp:txXfrm>
        <a:off x="1818552" y="26222"/>
        <a:ext cx="1369912" cy="1034851"/>
      </dsp:txXfrm>
    </dsp:sp>
    <dsp:sp modelId="{BC5D3527-E14D-4633-A8FC-AA7FD6638089}">
      <dsp:nvSpPr>
        <dsp:cNvPr id="0" name=""/>
        <dsp:cNvSpPr/>
      </dsp:nvSpPr>
      <dsp:spPr>
        <a:xfrm>
          <a:off x="1793722" y="1061073"/>
          <a:ext cx="1419572" cy="455662"/>
        </a:xfrm>
        <a:prstGeom prst="rect">
          <a:avLst/>
        </a:prstGeom>
        <a:solidFill>
          <a:schemeClr val="dk2">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0" rIns="11430" bIns="0" numCol="1" spcCol="1270" anchor="ctr" anchorCtr="0">
          <a:noAutofit/>
        </a:bodyPr>
        <a:lstStyle/>
        <a:p>
          <a:pPr marL="0" lvl="0" indent="0" algn="l" defTabSz="400050">
            <a:lnSpc>
              <a:spcPct val="90000"/>
            </a:lnSpc>
            <a:spcBef>
              <a:spcPct val="0"/>
            </a:spcBef>
            <a:spcAft>
              <a:spcPct val="35000"/>
            </a:spcAft>
            <a:buNone/>
          </a:pPr>
          <a:r>
            <a:rPr lang="en-IN" sz="900" b="1" kern="1200" dirty="0"/>
            <a:t>Measure the work</a:t>
          </a:r>
          <a:br>
            <a:rPr lang="en-IN" sz="900" kern="1200" dirty="0"/>
          </a:br>
          <a:endParaRPr lang="en-IN" sz="900" kern="1200" dirty="0"/>
        </a:p>
      </dsp:txBody>
      <dsp:txXfrm>
        <a:off x="1793722" y="1061073"/>
        <a:ext cx="999699" cy="455662"/>
      </dsp:txXfrm>
    </dsp:sp>
    <dsp:sp modelId="{47743A2F-7F6E-4324-8E10-26816D737EEA}">
      <dsp:nvSpPr>
        <dsp:cNvPr id="0" name=""/>
        <dsp:cNvSpPr/>
      </dsp:nvSpPr>
      <dsp:spPr>
        <a:xfrm>
          <a:off x="2833578" y="1133451"/>
          <a:ext cx="496850" cy="496850"/>
        </a:xfrm>
        <a:prstGeom prst="ellipse">
          <a:avLst/>
        </a:prstGeom>
        <a:blipFill>
          <a:blip xmlns:r="http://schemas.openxmlformats.org/officeDocument/2006/relationships" r:embed="rId2"/>
          <a:srcRect/>
          <a:stretch>
            <a:fillRect l="-25000" r="-25000"/>
          </a:stretch>
        </a:blipFill>
        <a:ln w="19050" cap="flat" cmpd="sng" algn="ctr">
          <a:solidFill>
            <a:schemeClr val="dk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D5DA706-B653-43F5-8E2C-DFF9D3363882}">
      <dsp:nvSpPr>
        <dsp:cNvPr id="0" name=""/>
        <dsp:cNvSpPr/>
      </dsp:nvSpPr>
      <dsp:spPr>
        <a:xfrm>
          <a:off x="3453520" y="18506"/>
          <a:ext cx="1419572" cy="1059681"/>
        </a:xfrm>
        <a:prstGeom prst="round2SameRect">
          <a:avLst>
            <a:gd name="adj1" fmla="val 8000"/>
            <a:gd name="adj2" fmla="val 0"/>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430" tIns="34290" rIns="11430" bIns="11430" numCol="1" spcCol="1270" anchor="t" anchorCtr="0">
          <a:noAutofit/>
        </a:bodyPr>
        <a:lstStyle/>
        <a:p>
          <a:pPr marL="57150" lvl="1" indent="-57150" algn="l" defTabSz="400050">
            <a:lnSpc>
              <a:spcPct val="90000"/>
            </a:lnSpc>
            <a:spcBef>
              <a:spcPct val="0"/>
            </a:spcBef>
            <a:spcAft>
              <a:spcPct val="15000"/>
            </a:spcAft>
            <a:buNone/>
          </a:pPr>
          <a:r>
            <a:rPr lang="en-IN" sz="900" b="0" kern="1200" dirty="0">
              <a:solidFill>
                <a:srgbClr val="F3592E"/>
              </a:solidFill>
              <a:latin typeface="Raleway" pitchFamily="2" charset="0"/>
            </a:rPr>
            <a:t>Used Gantt charts, layout maps, and a Python simulation developed with AI-assisted coding to show activity sequence, trolley movement, and delays</a:t>
          </a:r>
          <a:r>
            <a:rPr lang="en-IN" sz="900" kern="1200" dirty="0">
              <a:latin typeface="Raleway" pitchFamily="2" charset="0"/>
            </a:rPr>
            <a:t>.</a:t>
          </a:r>
        </a:p>
      </dsp:txBody>
      <dsp:txXfrm>
        <a:off x="3478350" y="43336"/>
        <a:ext cx="1369912" cy="1034851"/>
      </dsp:txXfrm>
    </dsp:sp>
    <dsp:sp modelId="{2E6B1E9A-EDC4-4DE9-BE9F-AEB791CFD967}">
      <dsp:nvSpPr>
        <dsp:cNvPr id="0" name=""/>
        <dsp:cNvSpPr/>
      </dsp:nvSpPr>
      <dsp:spPr>
        <a:xfrm>
          <a:off x="3453520" y="1061073"/>
          <a:ext cx="1419572" cy="455662"/>
        </a:xfrm>
        <a:prstGeom prst="rect">
          <a:avLst/>
        </a:prstGeom>
        <a:solidFill>
          <a:schemeClr val="dk2">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0" rIns="11430" bIns="0" numCol="1" spcCol="1270" anchor="ctr" anchorCtr="0">
          <a:noAutofit/>
        </a:bodyPr>
        <a:lstStyle/>
        <a:p>
          <a:pPr marL="0" lvl="0" indent="0" algn="l" defTabSz="400050">
            <a:lnSpc>
              <a:spcPct val="90000"/>
            </a:lnSpc>
            <a:spcBef>
              <a:spcPct val="0"/>
            </a:spcBef>
            <a:spcAft>
              <a:spcPct val="35000"/>
            </a:spcAft>
            <a:buNone/>
          </a:pPr>
          <a:r>
            <a:rPr lang="en-IN" sz="900" b="1" kern="1200"/>
            <a:t>Make the process visible</a:t>
          </a:r>
          <a:br>
            <a:rPr lang="en-IN" sz="900" kern="1200"/>
          </a:br>
          <a:endParaRPr lang="en-IN" sz="900" kern="1200" dirty="0"/>
        </a:p>
      </dsp:txBody>
      <dsp:txXfrm>
        <a:off x="3453520" y="1061073"/>
        <a:ext cx="999699" cy="455662"/>
      </dsp:txXfrm>
    </dsp:sp>
    <dsp:sp modelId="{B58CD218-B06C-4F7E-9A03-3AFA5E289F87}">
      <dsp:nvSpPr>
        <dsp:cNvPr id="0" name=""/>
        <dsp:cNvSpPr/>
      </dsp:nvSpPr>
      <dsp:spPr>
        <a:xfrm>
          <a:off x="4493377" y="1133451"/>
          <a:ext cx="496850" cy="496850"/>
        </a:xfrm>
        <a:prstGeom prst="ellipse">
          <a:avLst/>
        </a:prstGeom>
        <a:blipFill>
          <a:blip xmlns:r="http://schemas.openxmlformats.org/officeDocument/2006/relationships" r:embed="rId3"/>
          <a:srcRect/>
          <a:stretch>
            <a:fillRect l="-25000" r="-25000"/>
          </a:stretch>
        </a:blipFill>
        <a:ln w="19050" cap="flat" cmpd="sng" algn="ctr">
          <a:solidFill>
            <a:schemeClr val="dk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81E99F1-ED8C-4562-BB94-4ACF6EA339E7}">
      <dsp:nvSpPr>
        <dsp:cNvPr id="0" name=""/>
        <dsp:cNvSpPr/>
      </dsp:nvSpPr>
      <dsp:spPr>
        <a:xfrm>
          <a:off x="5113319" y="0"/>
          <a:ext cx="1419572" cy="1059681"/>
        </a:xfrm>
        <a:prstGeom prst="round2SameRect">
          <a:avLst>
            <a:gd name="adj1" fmla="val 8000"/>
            <a:gd name="adj2" fmla="val 0"/>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430" tIns="34290" rIns="11430" bIns="11430" numCol="1" spcCol="1270" anchor="t" anchorCtr="0">
          <a:noAutofit/>
        </a:bodyPr>
        <a:lstStyle/>
        <a:p>
          <a:pPr marL="57150" lvl="1" indent="-57150" algn="l" defTabSz="400050">
            <a:lnSpc>
              <a:spcPct val="90000"/>
            </a:lnSpc>
            <a:spcBef>
              <a:spcPct val="0"/>
            </a:spcBef>
            <a:spcAft>
              <a:spcPct val="15000"/>
            </a:spcAft>
            <a:buNone/>
          </a:pPr>
          <a:r>
            <a:rPr lang="en-IN" sz="900" kern="1200" dirty="0">
              <a:latin typeface="Raleway" pitchFamily="2" charset="0"/>
              <a:ea typeface="Roboto" panose="02000000000000000000" pitchFamily="2" charset="0"/>
              <a:cs typeface="Roboto" panose="02000000000000000000" pitchFamily="2" charset="0"/>
            </a:rPr>
            <a:t>Examined alarm-related wagon delays, OEE, bottlenecks, rework, and rejection trends to identify where further investigation could help.</a:t>
          </a:r>
        </a:p>
      </dsp:txBody>
      <dsp:txXfrm>
        <a:off x="5138149" y="24830"/>
        <a:ext cx="1369912" cy="1034851"/>
      </dsp:txXfrm>
    </dsp:sp>
    <dsp:sp modelId="{6F738B1E-58FC-447D-A6B0-E98D5E7B7CA6}">
      <dsp:nvSpPr>
        <dsp:cNvPr id="0" name=""/>
        <dsp:cNvSpPr/>
      </dsp:nvSpPr>
      <dsp:spPr>
        <a:xfrm>
          <a:off x="5113319" y="1061073"/>
          <a:ext cx="1419572" cy="455662"/>
        </a:xfrm>
        <a:prstGeom prst="rect">
          <a:avLst/>
        </a:prstGeom>
        <a:solidFill>
          <a:schemeClr val="dk2">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0" rIns="11430" bIns="0" numCol="1" spcCol="1270" anchor="ctr" anchorCtr="0">
          <a:noAutofit/>
        </a:bodyPr>
        <a:lstStyle/>
        <a:p>
          <a:pPr marL="0" lvl="0" indent="0" algn="l" defTabSz="400050">
            <a:lnSpc>
              <a:spcPct val="90000"/>
            </a:lnSpc>
            <a:spcBef>
              <a:spcPct val="0"/>
            </a:spcBef>
            <a:spcAft>
              <a:spcPct val="35000"/>
            </a:spcAft>
            <a:buNone/>
          </a:pPr>
          <a:r>
            <a:rPr lang="en-IN" sz="900" b="1" kern="1200" dirty="0"/>
            <a:t>Connect findings to action</a:t>
          </a:r>
          <a:br>
            <a:rPr lang="en-IN" sz="900" kern="1200" dirty="0"/>
          </a:br>
          <a:endParaRPr lang="en-IN" sz="900" kern="1200" dirty="0"/>
        </a:p>
      </dsp:txBody>
      <dsp:txXfrm>
        <a:off x="5113319" y="1061073"/>
        <a:ext cx="999699" cy="455662"/>
      </dsp:txXfrm>
    </dsp:sp>
    <dsp:sp modelId="{74E8EACC-4D66-4875-A81A-2B32F60E119B}">
      <dsp:nvSpPr>
        <dsp:cNvPr id="0" name=""/>
        <dsp:cNvSpPr/>
      </dsp:nvSpPr>
      <dsp:spPr>
        <a:xfrm>
          <a:off x="6153175" y="1133451"/>
          <a:ext cx="496850" cy="496850"/>
        </a:xfrm>
        <a:prstGeom prst="ellipse">
          <a:avLst/>
        </a:prstGeom>
        <a:blipFill>
          <a:blip xmlns:r="http://schemas.openxmlformats.org/officeDocument/2006/relationships" r:embed="rId4"/>
          <a:srcRect/>
          <a:stretch>
            <a:fillRect l="-39000" r="-39000"/>
          </a:stretch>
        </a:blipFill>
        <a:ln w="19050" cap="flat" cmpd="sng" algn="ctr">
          <a:solidFill>
            <a:schemeClr val="dk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26/layout/SmallDotsHorizontal#3">
  <dgm:title val=""/>
  <dgm:desc val=""/>
  <dgm:catLst>
    <dgm:cat type="timeline" pri="107"/>
  </dgm:catLst>
  <dgm:sampData>
    <dgm:dataModel>
      <dgm:ptLst>
        <dgm:pt modelId="0" type="doc"/>
        <dgm:pt modelId="100">
          <dgm:prSet phldrT="Title" phldr="1"/>
        </dgm:pt>
        <dgm:pt modelId="101">
          <dgm:prSet phldrT="Description" phldr="1"/>
        </dgm:pt>
        <dgm:pt modelId="200">
          <dgm:prSet phldrT="Title" phldr="1"/>
        </dgm:pt>
        <dgm:pt modelId="201">
          <dgm:prSet phldrT="Description" phldr="1"/>
        </dgm:pt>
        <dgm:pt modelId="300">
          <dgm:prSet phldrT="Title" phldr="1"/>
        </dgm:pt>
        <dgm:pt modelId="301">
          <dgm:prSet phldrT="Description" phldr="1"/>
        </dgm:pt>
        <dgm:pt modelId="400">
          <dgm:prSet phldrT="Title" phldr="1"/>
        </dgm:pt>
        <dgm:pt modelId="401">
          <dgm:prSet phldrT="Description" phldr="1"/>
        </dgm:pt>
      </dgm:ptLst>
      <dgm:cxnLst>
        <dgm:cxn modelId="1000" srcId="0" destId="100" srcOrd="0" destOrd="0"/>
        <dgm:cxn modelId="1001" srcId="100" destId="101" srcOrd="0" destOrd="0"/>
        <dgm:cxn modelId="2000" srcId="0" destId="200" srcOrd="1" destOrd="0"/>
        <dgm:cxn modelId="2001" srcId="200" destId="201" srcOrd="0" destOrd="0"/>
        <dgm:cxn modelId="3000" srcId="0" destId="300" srcOrd="2" destOrd="0"/>
        <dgm:cxn modelId="3001" srcId="300" destId="301" srcOrd="0" destOrd="0"/>
        <dgm:cxn modelId="4000" srcId="0" destId="400" srcOrd="3" destOrd="0"/>
        <dgm:cxn modelId="4001" srcId="400" destId="401" srcOrd="0" destOrd="0"/>
      </dgm:cxn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composite"/>
    <dgm:shape xmlns:r="http://schemas.openxmlformats.org/officeDocument/2006/relationships" r:blip="">
      <dgm:adjLst/>
    </dgm:shape>
    <dgm:presOf/>
    <dgm:constrLst>
      <dgm:constr type="l" for="ch" forName="connLine" refType="w" fact="0.02"/>
      <dgm:constr type="w" for="ch" forName="connLine" refType="w" fact="0.96"/>
      <dgm:constr type="ctrY" for="ch" forName="connLine" refType="h" fact="0.48"/>
      <dgm:constr type="h" for="ch" forName="connLine" refType="w" fact="0.002"/>
      <dgm:constr type="l" for="ch" forName="itemsFlow" refType="w" fact="0.02"/>
      <dgm:constr type="w" for="ch" forName="itemsFlow" refType="w" fact="0.96"/>
      <dgm:constr type="t" for="ch" forName="itemsFlow"/>
      <dgm:constr type="h" for="ch" forName="itemsFlow" refType="h"/>
    </dgm:constrLst>
    <dgm:ruleLst/>
    <dgm:layoutNode name="connLine" styleLbl="dkBgShp">
      <dgm:alg type="sp"/>
      <dgm:shape xmlns:r="http://schemas.openxmlformats.org/officeDocument/2006/relationships" type="rect" r:blip="">
        <dgm:adjLst/>
        <dgm:extLst>
          <a:ext uri="{B698B0E9-8C71-41B9-8309-B3DCBF30829C}">
            <dgm1612:spPr xmlns:dgm1612="http://schemas.microsoft.com/office/drawing/2016/12/diagram">
              <a:gradFill rotWithShape="0">
                <a:gsLst>
                  <a:gs pos="0">
                    <a:schemeClr val="accent1">
                      <a:tint val="76000"/>
                    </a:schemeClr>
                  </a:gs>
                  <a:gs pos="100000">
                    <a:schemeClr val="accent1">
                      <a:tint val="76000"/>
                    </a:schemeClr>
                  </a:gs>
                </a:gsLst>
                <a:lin ang="0" scaled="0"/>
              </a:gradFill>
            </dgm1612:spPr>
          </a:ext>
        </dgm:extLst>
      </dgm:shape>
      <dgm:presOf/>
      <dgm:constrLst/>
      <dgm:ruleLst/>
    </dgm:layoutNode>
    <dgm:layoutNode name="itemsFlow">
      <dgm:choose name="dirChoose">
        <dgm:if name="dirNorm" func="var" arg="dir" op="equ" val="norm">
          <dgm:alg type="lin">
            <dgm:param type="linDir" val="fromL"/>
            <dgm:param type="fallback" val="1D"/>
          </dgm:alg>
        </dgm:if>
        <dgm:else name="dirRev">
          <dgm:alg type="lin">
            <dgm:param type="linDir" val="fromR"/>
            <dgm:param type="fallback" val="1D"/>
          </dgm:alg>
        </dgm:else>
      </dgm:choose>
      <dgm:shape xmlns:r="http://schemas.openxmlformats.org/officeDocument/2006/relationships" r:blip="">
        <dgm:adjLst/>
      </dgm:shape>
      <dgm:presOf/>
      <dgm:constrLst>
        <dgm:constr type="h" for="ch" forName="item" refType="h"/>
        <dgm:constr type="w" for="ch" forName="item" refType="w"/>
        <dgm:constr type="w" for="ch" forName="spacer" refType="w" refFor="ch" refForName="item" fact="0.05"/>
        <dgm:constr type="primFontSz" for="des" forName="titleText" op="equ"/>
        <dgm:constr type="primFontSz" for="des" forName="descText" op="equ"/>
      </dgm:constrLst>
      <dgm:ruleLst/>
      <dgm:forEach name="nodesForEach" axis="ch" ptType="node">
        <dgm:layoutNode name="item">
          <dgm:alg type="composite"/>
          <dgm:shape xmlns:r="http://schemas.openxmlformats.org/officeDocument/2006/relationships" r:blip="">
            <dgm:adjLst/>
          </dgm:shape>
          <dgm:presOf/>
          <dgm:constrLst>
            <dgm:constr type="l" for="ch" forName="anchor"/>
            <dgm:constr type="t" for="ch" forName="anchor"/>
            <dgm:constr type="w" for="ch" forName="anchor" refType="w"/>
            <dgm:constr type="h" for="ch" forName="anchor" refType="h"/>
            <dgm:constr type="l" for="ch" forName="titleText"/>
            <dgm:constr type="t" for="ch" forName="titleText" refType="h" fact="0.098"/>
            <dgm:constr type="w" for="ch" forName="titleText" refType="w"/>
            <dgm:constr type="h" for="ch" forName="titleText" refType="h" fact="0.306"/>
            <dgm:constr type="ctrX" for="ch" forName="dot" refType="w" fact="0.5"/>
            <dgm:constr type="ctrY" for="ch" forName="dot" refType="h" fact="0.48"/>
            <dgm:constr type="w" for="ch" forName="dot" refType="h" fact="0.036"/>
            <dgm:constr type="h" for="ch" forName="dot" refType="h" fact="0.036"/>
            <dgm:constr type="l" for="ch" forName="descText"/>
            <dgm:constr type="t" for="ch" forName="descText" refType="h" fact="0.557"/>
            <dgm:constr type="w" for="ch" forName="descText" refType="w"/>
            <dgm:constr type="h" for="ch" forName="descText" refType="h" fact="0.443"/>
          </dgm:constrLst>
          <dgm:ruleLst/>
          <dgm:layoutNode name="anchor">
            <dgm:alg type="sp"/>
            <dgm:shape xmlns:r="http://schemas.openxmlformats.org/officeDocument/2006/relationships" r:blip="">
              <dgm:adjLst/>
            </dgm:shape>
            <dgm:presOf/>
            <dgm:constrLst/>
            <dgm:ruleLst/>
          </dgm:layoutNode>
          <dgm:layoutNode name="titleText" styleLbl="revTx">
            <dgm:varLst>
              <dgm:chMax val="0"/>
              <dgm:chPref val="0"/>
            </dgm:varLst>
            <dgm:alg type="tx">
              <dgm:param type="txAnchorVert" val="b"/>
              <dgm:param type="parTxLTRAlign" val="ctr"/>
              <dgm:param type="parTxRTLAlign" val="ctr"/>
            </dgm:alg>
            <dgm:shape xmlns:r="http://schemas.openxmlformats.org/officeDocument/2006/relationships" type="rect" r:blip="" hideGeom="1">
              <dgm:adjLst/>
            </dgm:shape>
            <dgm:presOf axis="self" ptType="node"/>
            <dgm:constrLst>
              <dgm:constr type="primFontSz" val="28"/>
              <dgm:constr type="lMarg" refType="primFontSz" fact="0.1"/>
              <dgm:constr type="rMarg" refType="primFontSz" fact="0.1"/>
              <dgm:constr type="tMarg" refType="primFontSz" fact="0.05"/>
              <dgm:constr type="bMarg" refType="primFontSz" fact="0.05"/>
            </dgm:constrLst>
            <dgm:ruleLst>
              <dgm:rule type="primFontSz" val="8" fact="NaN" max="NaN"/>
            </dgm:ruleLst>
          </dgm:layoutNode>
          <dgm:layoutNode name="dot" styleLbl="node1">
            <dgm:alg type="sp"/>
            <dgm:shape xmlns:r="http://schemas.openxmlformats.org/officeDocument/2006/relationships" type="ellipse" r:blip="">
              <dgm:adjLst/>
            </dgm:shape>
            <dgm:presOf/>
            <dgm:constrLst/>
            <dgm:ruleLst/>
          </dgm:layoutNode>
          <dgm:layoutNode name="descText" styleLbl="revTx">
            <dgm:varLst>
              <dgm:chMax val="0"/>
              <dgm:chPref val="0"/>
            </dgm:varLst>
            <dgm:alg type="tx">
              <dgm:param type="txAnchorVert" val="t"/>
              <dgm:param type="parTxLTRAlign" val="ctr"/>
              <dgm:param type="parTxRTLAlign" val="ctr"/>
            </dgm:alg>
            <dgm:shape xmlns:r="http://schemas.openxmlformats.org/officeDocument/2006/relationships" type="rect" r:blip="" hideGeom="1">
              <dgm:adjLst/>
            </dgm:shape>
            <dgm:presOf axis="des" ptType="node"/>
            <dgm:constrLst>
              <dgm:constr type="secFontSz" val="18"/>
              <dgm:constr type="primFontSz" refType="secFontSz"/>
              <dgm:constr type="lMarg" refType="primFontSz" fact="0.1"/>
              <dgm:constr type="rMarg" refType="primFontSz" fact="0.1"/>
              <dgm:constr type="tMarg" refType="primFontSz" fact="0.05"/>
              <dgm:constr type="bMarg" refType="primFontSz" fact="0.05"/>
            </dgm:constrLst>
            <dgm:ruleLst>
              <dgm:rule type="primFontSz" val="7" fact="NaN" max="NaN"/>
            </dgm:ruleLst>
          </dgm:layoutNode>
        </dgm:layoutNode>
        <dgm:forEach name="sibTransForEach" axis="followSib" ptType="sibTrans" cnt="1">
          <dgm:layoutNode name="spacer">
            <dgm:alg type="sp"/>
            <dgm:shape xmlns:r="http://schemas.openxmlformats.org/officeDocument/2006/relationships" r:blip="">
              <dgm:adjLst/>
            </dgm:shape>
            <dgm:presOf/>
            <dgm:constrLst/>
            <dgm:ruleLst/>
          </dgm:layoutNode>
        </dgm:forEach>
      </dgm:forEach>
    </dgm:layoutNode>
  </dgm:layoutNode>
  <dgm:extLst>
    <a:ext uri="{68A01E43-0DF5-4B5B-8FA6-DAF915123BFB}">
      <dgm1612:lstStyle xmlns:dgm1612="http://schemas.microsoft.com/office/drawing/2016/12/diagram">
        <a:lvl1pPr>
          <a:defRPr b="1">
            <a:solidFill>
              <a:schemeClr val="accent1"/>
            </a:solidFill>
          </a:defRPr>
        </a:lvl1pPr>
      </dgm1612:lstStyle>
    </a:ext>
  </dgm:extLst>
</dgm:layoutDef>
</file>

<file path=ppt/diagrams/layout2.xml><?xml version="1.0" encoding="utf-8"?>
<dgm:layoutDef xmlns:dgm="http://schemas.openxmlformats.org/drawingml/2006/diagram" xmlns:a="http://schemas.openxmlformats.org/drawingml/2006/main" uniqueId="urn:microsoft.com/office/officeart/2026/layout/SmallDotsHorizontal#3">
  <dgm:title val=""/>
  <dgm:desc val=""/>
  <dgm:catLst>
    <dgm:cat type="timeline" pri="107"/>
  </dgm:catLst>
  <dgm:sampData>
    <dgm:dataModel>
      <dgm:ptLst>
        <dgm:pt modelId="0" type="doc"/>
        <dgm:pt modelId="100">
          <dgm:prSet phldrT="Title" phldr="1"/>
        </dgm:pt>
        <dgm:pt modelId="101">
          <dgm:prSet phldrT="Description" phldr="1"/>
        </dgm:pt>
        <dgm:pt modelId="200">
          <dgm:prSet phldrT="Title" phldr="1"/>
        </dgm:pt>
        <dgm:pt modelId="201">
          <dgm:prSet phldrT="Description" phldr="1"/>
        </dgm:pt>
        <dgm:pt modelId="300">
          <dgm:prSet phldrT="Title" phldr="1"/>
        </dgm:pt>
        <dgm:pt modelId="301">
          <dgm:prSet phldrT="Description" phldr="1"/>
        </dgm:pt>
        <dgm:pt modelId="400">
          <dgm:prSet phldrT="Title" phldr="1"/>
        </dgm:pt>
        <dgm:pt modelId="401">
          <dgm:prSet phldrT="Description" phldr="1"/>
        </dgm:pt>
      </dgm:ptLst>
      <dgm:cxnLst>
        <dgm:cxn modelId="1000" srcId="0" destId="100" srcOrd="0" destOrd="0"/>
        <dgm:cxn modelId="1001" srcId="100" destId="101" srcOrd="0" destOrd="0"/>
        <dgm:cxn modelId="2000" srcId="0" destId="200" srcOrd="1" destOrd="0"/>
        <dgm:cxn modelId="2001" srcId="200" destId="201" srcOrd="0" destOrd="0"/>
        <dgm:cxn modelId="3000" srcId="0" destId="300" srcOrd="2" destOrd="0"/>
        <dgm:cxn modelId="3001" srcId="300" destId="301" srcOrd="0" destOrd="0"/>
        <dgm:cxn modelId="4000" srcId="0" destId="400" srcOrd="3" destOrd="0"/>
        <dgm:cxn modelId="4001" srcId="400" destId="401" srcOrd="0" destOrd="0"/>
      </dgm:cxn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composite"/>
    <dgm:shape xmlns:r="http://schemas.openxmlformats.org/officeDocument/2006/relationships" r:blip="">
      <dgm:adjLst/>
    </dgm:shape>
    <dgm:presOf/>
    <dgm:constrLst>
      <dgm:constr type="l" for="ch" forName="connLine" refType="w" fact="0.02"/>
      <dgm:constr type="w" for="ch" forName="connLine" refType="w" fact="0.96"/>
      <dgm:constr type="ctrY" for="ch" forName="connLine" refType="h" fact="0.48"/>
      <dgm:constr type="h" for="ch" forName="connLine" refType="w" fact="0.002"/>
      <dgm:constr type="l" for="ch" forName="itemsFlow" refType="w" fact="0.02"/>
      <dgm:constr type="w" for="ch" forName="itemsFlow" refType="w" fact="0.96"/>
      <dgm:constr type="t" for="ch" forName="itemsFlow"/>
      <dgm:constr type="h" for="ch" forName="itemsFlow" refType="h"/>
    </dgm:constrLst>
    <dgm:ruleLst/>
    <dgm:layoutNode name="connLine" styleLbl="dkBgShp">
      <dgm:alg type="sp"/>
      <dgm:shape xmlns:r="http://schemas.openxmlformats.org/officeDocument/2006/relationships" type="rect" r:blip="">
        <dgm:adjLst/>
        <dgm:extLst>
          <a:ext uri="{B698B0E9-8C71-41B9-8309-B3DCBF30829C}">
            <dgm1612:spPr xmlns:dgm1612="http://schemas.microsoft.com/office/drawing/2016/12/diagram">
              <a:gradFill rotWithShape="0">
                <a:gsLst>
                  <a:gs pos="0">
                    <a:schemeClr val="accent1">
                      <a:tint val="76000"/>
                    </a:schemeClr>
                  </a:gs>
                  <a:gs pos="100000">
                    <a:schemeClr val="accent1">
                      <a:tint val="76000"/>
                    </a:schemeClr>
                  </a:gs>
                </a:gsLst>
                <a:lin ang="0" scaled="0"/>
              </a:gradFill>
            </dgm1612:spPr>
          </a:ext>
        </dgm:extLst>
      </dgm:shape>
      <dgm:presOf/>
      <dgm:constrLst/>
      <dgm:ruleLst/>
    </dgm:layoutNode>
    <dgm:layoutNode name="itemsFlow">
      <dgm:choose name="dirChoose">
        <dgm:if name="dirNorm" func="var" arg="dir" op="equ" val="norm">
          <dgm:alg type="lin">
            <dgm:param type="linDir" val="fromL"/>
            <dgm:param type="fallback" val="1D"/>
          </dgm:alg>
        </dgm:if>
        <dgm:else name="dirRev">
          <dgm:alg type="lin">
            <dgm:param type="linDir" val="fromR"/>
            <dgm:param type="fallback" val="1D"/>
          </dgm:alg>
        </dgm:else>
      </dgm:choose>
      <dgm:shape xmlns:r="http://schemas.openxmlformats.org/officeDocument/2006/relationships" r:blip="">
        <dgm:adjLst/>
      </dgm:shape>
      <dgm:presOf/>
      <dgm:constrLst>
        <dgm:constr type="h" for="ch" forName="item" refType="h"/>
        <dgm:constr type="w" for="ch" forName="item" refType="w"/>
        <dgm:constr type="w" for="ch" forName="spacer" refType="w" refFor="ch" refForName="item" fact="0.05"/>
        <dgm:constr type="primFontSz" for="des" forName="titleText" op="equ"/>
        <dgm:constr type="primFontSz" for="des" forName="descText" op="equ"/>
      </dgm:constrLst>
      <dgm:ruleLst/>
      <dgm:forEach name="nodesForEach" axis="ch" ptType="node">
        <dgm:layoutNode name="item">
          <dgm:alg type="composite"/>
          <dgm:shape xmlns:r="http://schemas.openxmlformats.org/officeDocument/2006/relationships" r:blip="">
            <dgm:adjLst/>
          </dgm:shape>
          <dgm:presOf/>
          <dgm:constrLst>
            <dgm:constr type="l" for="ch" forName="anchor"/>
            <dgm:constr type="t" for="ch" forName="anchor"/>
            <dgm:constr type="w" for="ch" forName="anchor" refType="w"/>
            <dgm:constr type="h" for="ch" forName="anchor" refType="h"/>
            <dgm:constr type="l" for="ch" forName="titleText"/>
            <dgm:constr type="t" for="ch" forName="titleText" refType="h" fact="0.098"/>
            <dgm:constr type="w" for="ch" forName="titleText" refType="w"/>
            <dgm:constr type="h" for="ch" forName="titleText" refType="h" fact="0.306"/>
            <dgm:constr type="ctrX" for="ch" forName="dot" refType="w" fact="0.5"/>
            <dgm:constr type="ctrY" for="ch" forName="dot" refType="h" fact="0.48"/>
            <dgm:constr type="w" for="ch" forName="dot" refType="h" fact="0.036"/>
            <dgm:constr type="h" for="ch" forName="dot" refType="h" fact="0.036"/>
            <dgm:constr type="l" for="ch" forName="descText"/>
            <dgm:constr type="t" for="ch" forName="descText" refType="h" fact="0.557"/>
            <dgm:constr type="w" for="ch" forName="descText" refType="w"/>
            <dgm:constr type="h" for="ch" forName="descText" refType="h" fact="0.443"/>
          </dgm:constrLst>
          <dgm:ruleLst/>
          <dgm:layoutNode name="anchor">
            <dgm:alg type="sp"/>
            <dgm:shape xmlns:r="http://schemas.openxmlformats.org/officeDocument/2006/relationships" r:blip="">
              <dgm:adjLst/>
            </dgm:shape>
            <dgm:presOf/>
            <dgm:constrLst/>
            <dgm:ruleLst/>
          </dgm:layoutNode>
          <dgm:layoutNode name="titleText" styleLbl="revTx">
            <dgm:varLst>
              <dgm:chMax val="0"/>
              <dgm:chPref val="0"/>
            </dgm:varLst>
            <dgm:alg type="tx">
              <dgm:param type="txAnchorVert" val="b"/>
              <dgm:param type="parTxLTRAlign" val="ctr"/>
              <dgm:param type="parTxRTLAlign" val="ctr"/>
            </dgm:alg>
            <dgm:shape xmlns:r="http://schemas.openxmlformats.org/officeDocument/2006/relationships" type="rect" r:blip="" hideGeom="1">
              <dgm:adjLst/>
            </dgm:shape>
            <dgm:presOf axis="self" ptType="node"/>
            <dgm:constrLst>
              <dgm:constr type="primFontSz" val="28"/>
              <dgm:constr type="lMarg" refType="primFontSz" fact="0.1"/>
              <dgm:constr type="rMarg" refType="primFontSz" fact="0.1"/>
              <dgm:constr type="tMarg" refType="primFontSz" fact="0.05"/>
              <dgm:constr type="bMarg" refType="primFontSz" fact="0.05"/>
            </dgm:constrLst>
            <dgm:ruleLst>
              <dgm:rule type="primFontSz" val="8" fact="NaN" max="NaN"/>
            </dgm:ruleLst>
          </dgm:layoutNode>
          <dgm:layoutNode name="dot" styleLbl="node1">
            <dgm:alg type="sp"/>
            <dgm:shape xmlns:r="http://schemas.openxmlformats.org/officeDocument/2006/relationships" type="ellipse" r:blip="">
              <dgm:adjLst/>
            </dgm:shape>
            <dgm:presOf/>
            <dgm:constrLst/>
            <dgm:ruleLst/>
          </dgm:layoutNode>
          <dgm:layoutNode name="descText" styleLbl="revTx">
            <dgm:varLst>
              <dgm:chMax val="0"/>
              <dgm:chPref val="0"/>
            </dgm:varLst>
            <dgm:alg type="tx">
              <dgm:param type="txAnchorVert" val="t"/>
              <dgm:param type="parTxLTRAlign" val="ctr"/>
              <dgm:param type="parTxRTLAlign" val="ctr"/>
            </dgm:alg>
            <dgm:shape xmlns:r="http://schemas.openxmlformats.org/officeDocument/2006/relationships" type="rect" r:blip="" hideGeom="1">
              <dgm:adjLst/>
            </dgm:shape>
            <dgm:presOf axis="des" ptType="node"/>
            <dgm:constrLst>
              <dgm:constr type="secFontSz" val="18"/>
              <dgm:constr type="primFontSz" refType="secFontSz"/>
              <dgm:constr type="lMarg" refType="primFontSz" fact="0.1"/>
              <dgm:constr type="rMarg" refType="primFontSz" fact="0.1"/>
              <dgm:constr type="tMarg" refType="primFontSz" fact="0.05"/>
              <dgm:constr type="bMarg" refType="primFontSz" fact="0.05"/>
            </dgm:constrLst>
            <dgm:ruleLst>
              <dgm:rule type="primFontSz" val="7" fact="NaN" max="NaN"/>
            </dgm:ruleLst>
          </dgm:layoutNode>
        </dgm:layoutNode>
        <dgm:forEach name="sibTransForEach" axis="followSib" ptType="sibTrans" cnt="1">
          <dgm:layoutNode name="spacer">
            <dgm:alg type="sp"/>
            <dgm:shape xmlns:r="http://schemas.openxmlformats.org/officeDocument/2006/relationships" r:blip="">
              <dgm:adjLst/>
            </dgm:shape>
            <dgm:presOf/>
            <dgm:constrLst/>
            <dgm:ruleLst/>
          </dgm:layoutNode>
        </dgm:forEach>
      </dgm:forEach>
    </dgm:layoutNode>
  </dgm:layoutNode>
  <dgm:extLst>
    <a:ext uri="{68A01E43-0DF5-4B5B-8FA6-DAF915123BFB}">
      <dgm1612:lstStyle xmlns:dgm1612="http://schemas.microsoft.com/office/drawing/2016/12/diagram">
        <a:lvl1pPr>
          <a:defRPr b="1">
            <a:solidFill>
              <a:schemeClr val="accent1"/>
            </a:solidFill>
          </a:defRPr>
        </a:lvl1pPr>
      </dgm1612:lstStyle>
    </a:ext>
  </dgm:extLst>
</dgm:layoutDef>
</file>

<file path=ppt/diagrams/layout3.xml><?xml version="1.0" encoding="utf-8"?>
<dgm:layoutDef xmlns:dgm="http://schemas.openxmlformats.org/drawingml/2006/diagram" xmlns:a="http://schemas.openxmlformats.org/drawingml/2006/main" uniqueId="urn:microsoft.com/office/officeart/2026/layout/SmallDotsHorizontal#3">
  <dgm:title val=""/>
  <dgm:desc val=""/>
  <dgm:catLst>
    <dgm:cat type="timeline" pri="107"/>
  </dgm:catLst>
  <dgm:sampData>
    <dgm:dataModel>
      <dgm:ptLst>
        <dgm:pt modelId="0" type="doc"/>
        <dgm:pt modelId="100">
          <dgm:prSet phldrT="Title" phldr="1"/>
        </dgm:pt>
        <dgm:pt modelId="101">
          <dgm:prSet phldrT="Description" phldr="1"/>
        </dgm:pt>
        <dgm:pt modelId="200">
          <dgm:prSet phldrT="Title" phldr="1"/>
        </dgm:pt>
        <dgm:pt modelId="201">
          <dgm:prSet phldrT="Description" phldr="1"/>
        </dgm:pt>
        <dgm:pt modelId="300">
          <dgm:prSet phldrT="Title" phldr="1"/>
        </dgm:pt>
        <dgm:pt modelId="301">
          <dgm:prSet phldrT="Description" phldr="1"/>
        </dgm:pt>
        <dgm:pt modelId="400">
          <dgm:prSet phldrT="Title" phldr="1"/>
        </dgm:pt>
        <dgm:pt modelId="401">
          <dgm:prSet phldrT="Description" phldr="1"/>
        </dgm:pt>
      </dgm:ptLst>
      <dgm:cxnLst>
        <dgm:cxn modelId="1000" srcId="0" destId="100" srcOrd="0" destOrd="0"/>
        <dgm:cxn modelId="1001" srcId="100" destId="101" srcOrd="0" destOrd="0"/>
        <dgm:cxn modelId="2000" srcId="0" destId="200" srcOrd="1" destOrd="0"/>
        <dgm:cxn modelId="2001" srcId="200" destId="201" srcOrd="0" destOrd="0"/>
        <dgm:cxn modelId="3000" srcId="0" destId="300" srcOrd="2" destOrd="0"/>
        <dgm:cxn modelId="3001" srcId="300" destId="301" srcOrd="0" destOrd="0"/>
        <dgm:cxn modelId="4000" srcId="0" destId="400" srcOrd="3" destOrd="0"/>
        <dgm:cxn modelId="4001" srcId="400" destId="401" srcOrd="0" destOrd="0"/>
      </dgm:cxn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composite"/>
    <dgm:shape xmlns:r="http://schemas.openxmlformats.org/officeDocument/2006/relationships" r:blip="">
      <dgm:adjLst/>
    </dgm:shape>
    <dgm:presOf/>
    <dgm:constrLst>
      <dgm:constr type="l" for="ch" forName="connLine" refType="w" fact="0.02"/>
      <dgm:constr type="w" for="ch" forName="connLine" refType="w" fact="0.96"/>
      <dgm:constr type="ctrY" for="ch" forName="connLine" refType="h" fact="0.48"/>
      <dgm:constr type="h" for="ch" forName="connLine" refType="w" fact="0.002"/>
      <dgm:constr type="l" for="ch" forName="itemsFlow" refType="w" fact="0.02"/>
      <dgm:constr type="w" for="ch" forName="itemsFlow" refType="w" fact="0.96"/>
      <dgm:constr type="t" for="ch" forName="itemsFlow"/>
      <dgm:constr type="h" for="ch" forName="itemsFlow" refType="h"/>
    </dgm:constrLst>
    <dgm:ruleLst/>
    <dgm:layoutNode name="connLine" styleLbl="dkBgShp">
      <dgm:alg type="sp"/>
      <dgm:shape xmlns:r="http://schemas.openxmlformats.org/officeDocument/2006/relationships" type="rect" r:blip="">
        <dgm:adjLst/>
        <dgm:extLst>
          <a:ext uri="{B698B0E9-8C71-41B9-8309-B3DCBF30829C}">
            <dgm1612:spPr xmlns:dgm1612="http://schemas.microsoft.com/office/drawing/2016/12/diagram">
              <a:gradFill rotWithShape="0">
                <a:gsLst>
                  <a:gs pos="0">
                    <a:schemeClr val="accent1">
                      <a:tint val="76000"/>
                    </a:schemeClr>
                  </a:gs>
                  <a:gs pos="100000">
                    <a:schemeClr val="accent1">
                      <a:tint val="76000"/>
                    </a:schemeClr>
                  </a:gs>
                </a:gsLst>
                <a:lin ang="0" scaled="0"/>
              </a:gradFill>
            </dgm1612:spPr>
          </a:ext>
        </dgm:extLst>
      </dgm:shape>
      <dgm:presOf/>
      <dgm:constrLst/>
      <dgm:ruleLst/>
    </dgm:layoutNode>
    <dgm:layoutNode name="itemsFlow">
      <dgm:choose name="dirChoose">
        <dgm:if name="dirNorm" func="var" arg="dir" op="equ" val="norm">
          <dgm:alg type="lin">
            <dgm:param type="linDir" val="fromL"/>
            <dgm:param type="fallback" val="1D"/>
          </dgm:alg>
        </dgm:if>
        <dgm:else name="dirRev">
          <dgm:alg type="lin">
            <dgm:param type="linDir" val="fromR"/>
            <dgm:param type="fallback" val="1D"/>
          </dgm:alg>
        </dgm:else>
      </dgm:choose>
      <dgm:shape xmlns:r="http://schemas.openxmlformats.org/officeDocument/2006/relationships" r:blip="">
        <dgm:adjLst/>
      </dgm:shape>
      <dgm:presOf/>
      <dgm:constrLst>
        <dgm:constr type="h" for="ch" forName="item" refType="h"/>
        <dgm:constr type="w" for="ch" forName="item" refType="w"/>
        <dgm:constr type="w" for="ch" forName="spacer" refType="w" refFor="ch" refForName="item" fact="0.05"/>
        <dgm:constr type="primFontSz" for="des" forName="titleText" op="equ"/>
        <dgm:constr type="primFontSz" for="des" forName="descText" op="equ"/>
      </dgm:constrLst>
      <dgm:ruleLst/>
      <dgm:forEach name="nodesForEach" axis="ch" ptType="node">
        <dgm:layoutNode name="item">
          <dgm:alg type="composite"/>
          <dgm:shape xmlns:r="http://schemas.openxmlformats.org/officeDocument/2006/relationships" r:blip="">
            <dgm:adjLst/>
          </dgm:shape>
          <dgm:presOf/>
          <dgm:constrLst>
            <dgm:constr type="l" for="ch" forName="anchor"/>
            <dgm:constr type="t" for="ch" forName="anchor"/>
            <dgm:constr type="w" for="ch" forName="anchor" refType="w"/>
            <dgm:constr type="h" for="ch" forName="anchor" refType="h"/>
            <dgm:constr type="l" for="ch" forName="titleText"/>
            <dgm:constr type="t" for="ch" forName="titleText" refType="h" fact="0.098"/>
            <dgm:constr type="w" for="ch" forName="titleText" refType="w"/>
            <dgm:constr type="h" for="ch" forName="titleText" refType="h" fact="0.306"/>
            <dgm:constr type="ctrX" for="ch" forName="dot" refType="w" fact="0.5"/>
            <dgm:constr type="ctrY" for="ch" forName="dot" refType="h" fact="0.48"/>
            <dgm:constr type="w" for="ch" forName="dot" refType="h" fact="0.036"/>
            <dgm:constr type="h" for="ch" forName="dot" refType="h" fact="0.036"/>
            <dgm:constr type="l" for="ch" forName="descText"/>
            <dgm:constr type="t" for="ch" forName="descText" refType="h" fact="0.557"/>
            <dgm:constr type="w" for="ch" forName="descText" refType="w"/>
            <dgm:constr type="h" for="ch" forName="descText" refType="h" fact="0.443"/>
          </dgm:constrLst>
          <dgm:ruleLst/>
          <dgm:layoutNode name="anchor">
            <dgm:alg type="sp"/>
            <dgm:shape xmlns:r="http://schemas.openxmlformats.org/officeDocument/2006/relationships" r:blip="">
              <dgm:adjLst/>
            </dgm:shape>
            <dgm:presOf/>
            <dgm:constrLst/>
            <dgm:ruleLst/>
          </dgm:layoutNode>
          <dgm:layoutNode name="titleText" styleLbl="revTx">
            <dgm:varLst>
              <dgm:chMax val="0"/>
              <dgm:chPref val="0"/>
            </dgm:varLst>
            <dgm:alg type="tx">
              <dgm:param type="txAnchorVert" val="b"/>
              <dgm:param type="parTxLTRAlign" val="ctr"/>
              <dgm:param type="parTxRTLAlign" val="ctr"/>
            </dgm:alg>
            <dgm:shape xmlns:r="http://schemas.openxmlformats.org/officeDocument/2006/relationships" type="rect" r:blip="" hideGeom="1">
              <dgm:adjLst/>
            </dgm:shape>
            <dgm:presOf axis="self" ptType="node"/>
            <dgm:constrLst>
              <dgm:constr type="primFontSz" val="28"/>
              <dgm:constr type="lMarg" refType="primFontSz" fact="0.1"/>
              <dgm:constr type="rMarg" refType="primFontSz" fact="0.1"/>
              <dgm:constr type="tMarg" refType="primFontSz" fact="0.05"/>
              <dgm:constr type="bMarg" refType="primFontSz" fact="0.05"/>
            </dgm:constrLst>
            <dgm:ruleLst>
              <dgm:rule type="primFontSz" val="8" fact="NaN" max="NaN"/>
            </dgm:ruleLst>
          </dgm:layoutNode>
          <dgm:layoutNode name="dot" styleLbl="node1">
            <dgm:alg type="sp"/>
            <dgm:shape xmlns:r="http://schemas.openxmlformats.org/officeDocument/2006/relationships" type="ellipse" r:blip="">
              <dgm:adjLst/>
            </dgm:shape>
            <dgm:presOf/>
            <dgm:constrLst/>
            <dgm:ruleLst/>
          </dgm:layoutNode>
          <dgm:layoutNode name="descText" styleLbl="revTx">
            <dgm:varLst>
              <dgm:chMax val="0"/>
              <dgm:chPref val="0"/>
            </dgm:varLst>
            <dgm:alg type="tx">
              <dgm:param type="txAnchorVert" val="t"/>
              <dgm:param type="parTxLTRAlign" val="ctr"/>
              <dgm:param type="parTxRTLAlign" val="ctr"/>
            </dgm:alg>
            <dgm:shape xmlns:r="http://schemas.openxmlformats.org/officeDocument/2006/relationships" type="rect" r:blip="" hideGeom="1">
              <dgm:adjLst/>
            </dgm:shape>
            <dgm:presOf axis="des" ptType="node"/>
            <dgm:constrLst>
              <dgm:constr type="secFontSz" val="18"/>
              <dgm:constr type="primFontSz" refType="secFontSz"/>
              <dgm:constr type="lMarg" refType="primFontSz" fact="0.1"/>
              <dgm:constr type="rMarg" refType="primFontSz" fact="0.1"/>
              <dgm:constr type="tMarg" refType="primFontSz" fact="0.05"/>
              <dgm:constr type="bMarg" refType="primFontSz" fact="0.05"/>
            </dgm:constrLst>
            <dgm:ruleLst>
              <dgm:rule type="primFontSz" val="7" fact="NaN" max="NaN"/>
            </dgm:ruleLst>
          </dgm:layoutNode>
        </dgm:layoutNode>
        <dgm:forEach name="sibTransForEach" axis="followSib" ptType="sibTrans" cnt="1">
          <dgm:layoutNode name="spacer">
            <dgm:alg type="sp"/>
            <dgm:shape xmlns:r="http://schemas.openxmlformats.org/officeDocument/2006/relationships" r:blip="">
              <dgm:adjLst/>
            </dgm:shape>
            <dgm:presOf/>
            <dgm:constrLst/>
            <dgm:ruleLst/>
          </dgm:layoutNode>
        </dgm:forEach>
      </dgm:forEach>
    </dgm:layoutNode>
  </dgm:layoutNode>
  <dgm:extLst>
    <a:ext uri="{68A01E43-0DF5-4B5B-8FA6-DAF915123BFB}">
      <dgm1612:lstStyle xmlns:dgm1612="http://schemas.microsoft.com/office/drawing/2016/12/diagram">
        <a:lvl1pPr>
          <a:defRPr b="1">
            <a:solidFill>
              <a:schemeClr val="accent1"/>
            </a:solidFill>
          </a:defRPr>
        </a:lvl1pPr>
      </dgm1612:lstStyle>
    </a:ext>
  </dgm:extLst>
</dgm:layoutDef>
</file>

<file path=ppt/diagrams/layout4.xml><?xml version="1.0" encoding="utf-8"?>
<dgm:layoutDef xmlns:dgm="http://schemas.openxmlformats.org/drawingml/2006/diagram" xmlns:a="http://schemas.openxmlformats.org/drawingml/2006/main" uniqueId="urn:microsoft.com/office/officeart/2026/layout/SmallDotsHorizontal#3">
  <dgm:title val=""/>
  <dgm:desc val=""/>
  <dgm:catLst>
    <dgm:cat type="timeline" pri="107"/>
  </dgm:catLst>
  <dgm:sampData>
    <dgm:dataModel>
      <dgm:ptLst>
        <dgm:pt modelId="0" type="doc"/>
        <dgm:pt modelId="100">
          <dgm:prSet phldrT="Title" phldr="1"/>
        </dgm:pt>
        <dgm:pt modelId="101">
          <dgm:prSet phldrT="Description" phldr="1"/>
        </dgm:pt>
        <dgm:pt modelId="200">
          <dgm:prSet phldrT="Title" phldr="1"/>
        </dgm:pt>
        <dgm:pt modelId="201">
          <dgm:prSet phldrT="Description" phldr="1"/>
        </dgm:pt>
        <dgm:pt modelId="300">
          <dgm:prSet phldrT="Title" phldr="1"/>
        </dgm:pt>
        <dgm:pt modelId="301">
          <dgm:prSet phldrT="Description" phldr="1"/>
        </dgm:pt>
        <dgm:pt modelId="400">
          <dgm:prSet phldrT="Title" phldr="1"/>
        </dgm:pt>
        <dgm:pt modelId="401">
          <dgm:prSet phldrT="Description" phldr="1"/>
        </dgm:pt>
      </dgm:ptLst>
      <dgm:cxnLst>
        <dgm:cxn modelId="1000" srcId="0" destId="100" srcOrd="0" destOrd="0"/>
        <dgm:cxn modelId="1001" srcId="100" destId="101" srcOrd="0" destOrd="0"/>
        <dgm:cxn modelId="2000" srcId="0" destId="200" srcOrd="1" destOrd="0"/>
        <dgm:cxn modelId="2001" srcId="200" destId="201" srcOrd="0" destOrd="0"/>
        <dgm:cxn modelId="3000" srcId="0" destId="300" srcOrd="2" destOrd="0"/>
        <dgm:cxn modelId="3001" srcId="300" destId="301" srcOrd="0" destOrd="0"/>
        <dgm:cxn modelId="4000" srcId="0" destId="400" srcOrd="3" destOrd="0"/>
        <dgm:cxn modelId="4001" srcId="400" destId="401" srcOrd="0" destOrd="0"/>
      </dgm:cxn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composite"/>
    <dgm:shape xmlns:r="http://schemas.openxmlformats.org/officeDocument/2006/relationships" r:blip="">
      <dgm:adjLst/>
    </dgm:shape>
    <dgm:presOf/>
    <dgm:constrLst>
      <dgm:constr type="l" for="ch" forName="connLine" refType="w" fact="0.02"/>
      <dgm:constr type="w" for="ch" forName="connLine" refType="w" fact="0.96"/>
      <dgm:constr type="ctrY" for="ch" forName="connLine" refType="h" fact="0.48"/>
      <dgm:constr type="h" for="ch" forName="connLine" refType="w" fact="0.002"/>
      <dgm:constr type="l" for="ch" forName="itemsFlow" refType="w" fact="0.02"/>
      <dgm:constr type="w" for="ch" forName="itemsFlow" refType="w" fact="0.96"/>
      <dgm:constr type="t" for="ch" forName="itemsFlow"/>
      <dgm:constr type="h" for="ch" forName="itemsFlow" refType="h"/>
    </dgm:constrLst>
    <dgm:ruleLst/>
    <dgm:layoutNode name="connLine" styleLbl="dkBgShp">
      <dgm:alg type="sp"/>
      <dgm:shape xmlns:r="http://schemas.openxmlformats.org/officeDocument/2006/relationships" type="rect" r:blip="">
        <dgm:adjLst/>
        <dgm:extLst>
          <a:ext uri="{B698B0E9-8C71-41B9-8309-B3DCBF30829C}">
            <dgm1612:spPr xmlns:dgm1612="http://schemas.microsoft.com/office/drawing/2016/12/diagram">
              <a:gradFill rotWithShape="0">
                <a:gsLst>
                  <a:gs pos="0">
                    <a:schemeClr val="accent1">
                      <a:tint val="76000"/>
                    </a:schemeClr>
                  </a:gs>
                  <a:gs pos="100000">
                    <a:schemeClr val="accent1">
                      <a:tint val="76000"/>
                    </a:schemeClr>
                  </a:gs>
                </a:gsLst>
                <a:lin ang="0" scaled="0"/>
              </a:gradFill>
            </dgm1612:spPr>
          </a:ext>
        </dgm:extLst>
      </dgm:shape>
      <dgm:presOf/>
      <dgm:constrLst/>
      <dgm:ruleLst/>
    </dgm:layoutNode>
    <dgm:layoutNode name="itemsFlow">
      <dgm:choose name="dirChoose">
        <dgm:if name="dirNorm" func="var" arg="dir" op="equ" val="norm">
          <dgm:alg type="lin">
            <dgm:param type="linDir" val="fromL"/>
            <dgm:param type="fallback" val="1D"/>
          </dgm:alg>
        </dgm:if>
        <dgm:else name="dirRev">
          <dgm:alg type="lin">
            <dgm:param type="linDir" val="fromR"/>
            <dgm:param type="fallback" val="1D"/>
          </dgm:alg>
        </dgm:else>
      </dgm:choose>
      <dgm:shape xmlns:r="http://schemas.openxmlformats.org/officeDocument/2006/relationships" r:blip="">
        <dgm:adjLst/>
      </dgm:shape>
      <dgm:presOf/>
      <dgm:constrLst>
        <dgm:constr type="h" for="ch" forName="item" refType="h"/>
        <dgm:constr type="w" for="ch" forName="item" refType="w"/>
        <dgm:constr type="w" for="ch" forName="spacer" refType="w" refFor="ch" refForName="item" fact="0.05"/>
        <dgm:constr type="primFontSz" for="des" forName="titleText" op="equ"/>
        <dgm:constr type="primFontSz" for="des" forName="descText" op="equ"/>
      </dgm:constrLst>
      <dgm:ruleLst/>
      <dgm:forEach name="nodesForEach" axis="ch" ptType="node">
        <dgm:layoutNode name="item">
          <dgm:alg type="composite"/>
          <dgm:shape xmlns:r="http://schemas.openxmlformats.org/officeDocument/2006/relationships" r:blip="">
            <dgm:adjLst/>
          </dgm:shape>
          <dgm:presOf/>
          <dgm:constrLst>
            <dgm:constr type="l" for="ch" forName="anchor"/>
            <dgm:constr type="t" for="ch" forName="anchor"/>
            <dgm:constr type="w" for="ch" forName="anchor" refType="w"/>
            <dgm:constr type="h" for="ch" forName="anchor" refType="h"/>
            <dgm:constr type="l" for="ch" forName="titleText"/>
            <dgm:constr type="t" for="ch" forName="titleText" refType="h" fact="0.098"/>
            <dgm:constr type="w" for="ch" forName="titleText" refType="w"/>
            <dgm:constr type="h" for="ch" forName="titleText" refType="h" fact="0.306"/>
            <dgm:constr type="ctrX" for="ch" forName="dot" refType="w" fact="0.5"/>
            <dgm:constr type="ctrY" for="ch" forName="dot" refType="h" fact="0.48"/>
            <dgm:constr type="w" for="ch" forName="dot" refType="h" fact="0.036"/>
            <dgm:constr type="h" for="ch" forName="dot" refType="h" fact="0.036"/>
            <dgm:constr type="l" for="ch" forName="descText"/>
            <dgm:constr type="t" for="ch" forName="descText" refType="h" fact="0.557"/>
            <dgm:constr type="w" for="ch" forName="descText" refType="w"/>
            <dgm:constr type="h" for="ch" forName="descText" refType="h" fact="0.443"/>
          </dgm:constrLst>
          <dgm:ruleLst/>
          <dgm:layoutNode name="anchor">
            <dgm:alg type="sp"/>
            <dgm:shape xmlns:r="http://schemas.openxmlformats.org/officeDocument/2006/relationships" r:blip="">
              <dgm:adjLst/>
            </dgm:shape>
            <dgm:presOf/>
            <dgm:constrLst/>
            <dgm:ruleLst/>
          </dgm:layoutNode>
          <dgm:layoutNode name="titleText" styleLbl="revTx">
            <dgm:varLst>
              <dgm:chMax val="0"/>
              <dgm:chPref val="0"/>
            </dgm:varLst>
            <dgm:alg type="tx">
              <dgm:param type="txAnchorVert" val="b"/>
              <dgm:param type="parTxLTRAlign" val="ctr"/>
              <dgm:param type="parTxRTLAlign" val="ctr"/>
            </dgm:alg>
            <dgm:shape xmlns:r="http://schemas.openxmlformats.org/officeDocument/2006/relationships" type="rect" r:blip="" hideGeom="1">
              <dgm:adjLst/>
            </dgm:shape>
            <dgm:presOf axis="self" ptType="node"/>
            <dgm:constrLst>
              <dgm:constr type="primFontSz" val="28"/>
              <dgm:constr type="lMarg" refType="primFontSz" fact="0.1"/>
              <dgm:constr type="rMarg" refType="primFontSz" fact="0.1"/>
              <dgm:constr type="tMarg" refType="primFontSz" fact="0.05"/>
              <dgm:constr type="bMarg" refType="primFontSz" fact="0.05"/>
            </dgm:constrLst>
            <dgm:ruleLst>
              <dgm:rule type="primFontSz" val="8" fact="NaN" max="NaN"/>
            </dgm:ruleLst>
          </dgm:layoutNode>
          <dgm:layoutNode name="dot" styleLbl="node1">
            <dgm:alg type="sp"/>
            <dgm:shape xmlns:r="http://schemas.openxmlformats.org/officeDocument/2006/relationships" type="ellipse" r:blip="">
              <dgm:adjLst/>
            </dgm:shape>
            <dgm:presOf/>
            <dgm:constrLst/>
            <dgm:ruleLst/>
          </dgm:layoutNode>
          <dgm:layoutNode name="descText" styleLbl="revTx">
            <dgm:varLst>
              <dgm:chMax val="0"/>
              <dgm:chPref val="0"/>
            </dgm:varLst>
            <dgm:alg type="tx">
              <dgm:param type="txAnchorVert" val="t"/>
              <dgm:param type="parTxLTRAlign" val="ctr"/>
              <dgm:param type="parTxRTLAlign" val="ctr"/>
            </dgm:alg>
            <dgm:shape xmlns:r="http://schemas.openxmlformats.org/officeDocument/2006/relationships" type="rect" r:blip="" hideGeom="1">
              <dgm:adjLst/>
            </dgm:shape>
            <dgm:presOf axis="des" ptType="node"/>
            <dgm:constrLst>
              <dgm:constr type="secFontSz" val="18"/>
              <dgm:constr type="primFontSz" refType="secFontSz"/>
              <dgm:constr type="lMarg" refType="primFontSz" fact="0.1"/>
              <dgm:constr type="rMarg" refType="primFontSz" fact="0.1"/>
              <dgm:constr type="tMarg" refType="primFontSz" fact="0.05"/>
              <dgm:constr type="bMarg" refType="primFontSz" fact="0.05"/>
            </dgm:constrLst>
            <dgm:ruleLst>
              <dgm:rule type="primFontSz" val="7" fact="NaN" max="NaN"/>
            </dgm:ruleLst>
          </dgm:layoutNode>
        </dgm:layoutNode>
        <dgm:forEach name="sibTransForEach" axis="followSib" ptType="sibTrans" cnt="1">
          <dgm:layoutNode name="spacer">
            <dgm:alg type="sp"/>
            <dgm:shape xmlns:r="http://schemas.openxmlformats.org/officeDocument/2006/relationships" r:blip="">
              <dgm:adjLst/>
            </dgm:shape>
            <dgm:presOf/>
            <dgm:constrLst/>
            <dgm:ruleLst/>
          </dgm:layoutNode>
        </dgm:forEach>
      </dgm:forEach>
    </dgm:layoutNode>
  </dgm:layoutNode>
  <dgm:extLst>
    <a:ext uri="{68A01E43-0DF5-4B5B-8FA6-DAF915123BFB}">
      <dgm1612:lstStyle xmlns:dgm1612="http://schemas.microsoft.com/office/drawing/2016/12/diagram">
        <a:lvl1pPr>
          <a:defRPr b="1">
            <a:solidFill>
              <a:schemeClr val="accent1"/>
            </a:solidFill>
          </a:defRPr>
        </a:lvl1pPr>
      </dgm1612:lstStyle>
    </a:ext>
  </dgm:extLst>
</dgm:layoutDef>
</file>

<file path=ppt/diagrams/layout5.xml><?xml version="1.0" encoding="utf-8"?>
<dgm:layoutDef xmlns:dgm="http://schemas.openxmlformats.org/drawingml/2006/diagram" xmlns:a="http://schemas.openxmlformats.org/drawingml/2006/main" uniqueId="urn:microsoft.com/office/officeart/2005/8/layout/cycle3">
  <dgm:title val=""/>
  <dgm:desc val=""/>
  <dgm:catLst>
    <dgm:cat type="cycle" pri="5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val="exact"/>
    </dgm:varLst>
    <dgm:choose name="Name1">
      <dgm:if name="Name2" axis="ch" ptType="node" func="cnt" op="equ" val="2">
        <dgm:alg type="composite">
          <dgm:param type="ar" val="0.9"/>
        </dgm:alg>
        <dgm:shape xmlns:r="http://schemas.openxmlformats.org/officeDocument/2006/relationships" r:blip="">
          <dgm:adjLst/>
        </dgm:shape>
        <dgm:presOf/>
        <dgm:constrLst>
          <dgm:constr type="primFontSz" for="ch" ptType="node" op="equ" val="65"/>
          <dgm:constr type="ctrX" for="ch" forName="node1" refType="w" fact="0.5"/>
          <dgm:constr type="t" for="ch" forName="node1"/>
          <dgm:constr type="w" for="ch" forName="node1" refType="w" fact="0.8"/>
          <dgm:constr type="h" for="ch" forName="node1" refType="w" refFor="ch" refForName="node1" fact="0.5"/>
          <dgm:constr type="ctrX" for="ch" forName="sibTrans" refType="w" fact="0.5"/>
          <dgm:constr type="t" for="ch" forName="sibTrans"/>
          <dgm:constr type="w" for="ch" forName="sibTrans" refType="w" fact="0.8"/>
          <dgm:constr type="h" for="ch" forName="sibTrans" refType="w" refFor="ch" refForName="node1" fact="0.5"/>
          <dgm:constr type="userA" for="ch" forName="sibTrans" refType="w" fact="1.07"/>
          <dgm:constr type="ctrX" for="ch" forName="node2" refType="w" fact="0.5"/>
          <dgm:constr type="b" for="ch" forName="node2" refType="h"/>
          <dgm:constr type="w" for="ch" forName="node2" refType="w" fact="0.8"/>
          <dgm:constr type="h" for="ch" forName="node2" refType="w" refFor="ch" refForName="node1" fact="0.5"/>
          <dgm:constr type="l" for="ch" forName="sp1"/>
          <dgm:constr type="t" for="ch" forName="sp1" refType="h" fact="0.5"/>
          <dgm:constr type="w" for="ch" forName="sp1" val="1"/>
          <dgm:constr type="h" for="ch" forName="sp1" val="1"/>
          <dgm:constr type="r" for="ch" forName="sp2" refType="w"/>
          <dgm:constr type="t" for="ch" forName="sp2" refType="h" fact="0.5"/>
          <dgm:constr type="w" for="ch" forName="sp2" val="1"/>
          <dgm:constr type="h" for="ch" forName="sp2" val="1"/>
        </dgm:constrLst>
        <dgm:ruleLst/>
      </dgm:if>
      <dgm:else name="Name3">
        <dgm:alg type="composite"/>
        <dgm:shape xmlns:r="http://schemas.openxmlformats.org/officeDocument/2006/relationships" r:blip="">
          <dgm:adjLst/>
        </dgm:shape>
        <dgm:presOf/>
        <dgm:constrLst>
          <dgm:constr type="primFontSz" for="ch" ptType="node" op="equ" val="65"/>
        </dgm:constrLst>
        <dgm:ruleLst/>
      </dgm:else>
    </dgm:choose>
    <dgm:choose name="Name4">
      <dgm:if name="Name5" axis="ch" ptType="node" func="cnt" op="equ" val="2">
        <dgm:layoutNode name="node1">
          <dgm:varLst>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ibTrans" styleLbl="bgShp">
          <dgm:choose name="Name6">
            <dgm:if name="Name7" func="var" arg="dir" op="equ" val="norm">
              <dgm:alg type="conn">
                <dgm:param type="connRout" val="longCurve"/>
                <dgm:param type="begPts" val="midR"/>
                <dgm:param type="endPts" val="midL"/>
                <dgm:param type="dstNode" val="node1"/>
              </dgm:alg>
              <dgm:shape xmlns:r="http://schemas.openxmlformats.org/officeDocument/2006/relationships" type="conn" r:blip="" zOrderOff="-2">
                <dgm:adjLst/>
              </dgm:shape>
              <dgm:presOf axis="ch" ptType="sibTrans"/>
              <dgm:constrLst>
                <dgm:constr type="userA"/>
                <dgm:constr type="diam" refType="userA" fact="-1"/>
                <dgm:constr type="wArH" refType="userA" fact="0.05"/>
                <dgm:constr type="hArH" refType="userA" fact="0.1"/>
                <dgm:constr type="stemThick" refType="userA" fact="0.06"/>
                <dgm:constr type="begPad" refType="connDist" fact="-0.2"/>
                <dgm:constr type="endPad" refType="connDist" fact="0.05"/>
              </dgm:constrLst>
            </dgm:if>
            <dgm:else name="Name8">
              <dgm:alg type="conn">
                <dgm:param type="connRout" val="longCurve"/>
                <dgm:param type="begPts" val="midL"/>
                <dgm:param type="endPts" val="midR"/>
                <dgm:param type="dstNode" val="node1"/>
              </dgm:alg>
              <dgm:shape xmlns:r="http://schemas.openxmlformats.org/officeDocument/2006/relationships" type="conn" r:blip="" zOrderOff="-2">
                <dgm:adjLst/>
              </dgm:shape>
              <dgm:presOf axis="ch" ptType="sibTrans"/>
              <dgm:constrLst>
                <dgm:constr type="userA"/>
                <dgm:constr type="diam" refType="userA"/>
                <dgm:constr type="wArH" refType="userA" fact="0.05"/>
                <dgm:constr type="hArH" refType="userA" fact="0.1"/>
                <dgm:constr type="stemThick" refType="userA" fact="0.06"/>
                <dgm:constr type="begPad" refType="connDist" fact="-0.2"/>
                <dgm:constr type="endPad" refType="connDist" fact="0.05"/>
              </dgm:constrLst>
            </dgm:else>
          </dgm:choose>
          <dgm:ruleLst/>
        </dgm:layoutNode>
        <dgm:layoutNode name="node2">
          <dgm:varLst>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p1">
          <dgm:alg type="sp"/>
          <dgm:shape xmlns:r="http://schemas.openxmlformats.org/officeDocument/2006/relationships" r:blip="">
            <dgm:adjLst/>
          </dgm:shape>
          <dgm:presOf/>
          <dgm:constrLst/>
          <dgm:ruleLst/>
        </dgm:layoutNode>
        <dgm:layoutNode name="sp2">
          <dgm:alg type="sp"/>
          <dgm:shape xmlns:r="http://schemas.openxmlformats.org/officeDocument/2006/relationships" r:blip="">
            <dgm:adjLst/>
          </dgm:shape>
          <dgm:presOf/>
          <dgm:constrLst/>
          <dgm:ruleLst/>
        </dgm:layoutNode>
      </dgm:if>
      <dgm:else name="Name9">
        <dgm:layoutNode name="cycle">
          <dgm:choose name="Name10">
            <dgm:if name="Name11" func="var" arg="dir" op="equ" val="norm">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fact="-1"/>
                <dgm:constr type="wArH" for="ch" ptType="sibTrans" refType="diam" op="equ" fact="0.05"/>
                <dgm:constr type="hArH" for="ch" ptType="sibTrans" refType="diam" op="equ" fact="0.1"/>
                <dgm:constr type="stemThick" for="ch" ptType="sibTrans" refType="diam" op="equ" fact="0.065"/>
                <dgm:constr type="primFontSz" for="ch" ptType="node" op="equ"/>
              </dgm:constrLst>
            </dgm:if>
            <dgm:else name="Name12">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dgm:constr type="wArH" for="ch" ptType="sibTrans" refType="diam" op="equ" fact="0.05"/>
                <dgm:constr type="hArH" for="ch" ptType="sibTrans" refType="diam" op="equ" fact="0.1"/>
                <dgm:constr type="stemThick" for="ch" ptType="sibTrans" refType="diam" op="equ" fact="0.065"/>
                <dgm:constr type="primFontSz" for="ch" ptType="node" op="equ"/>
              </dgm:constrLst>
            </dgm:else>
          </dgm:choose>
          <dgm:ruleLst/>
          <dgm:forEach name="nodesFirstNodeForEach" axis="ch" ptType="node" cnt="1">
            <dgm:layoutNode name="nodeFirstNode">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FirstNode" styleLbl="bgShp">
                <dgm:choose name="Name13">
                  <dgm:if name="Name14" func="var" arg="dir" op="equ" val="norm">
                    <dgm:alg type="conn">
                      <dgm:param type="connRout" val="longCurve"/>
                      <dgm:param type="begPts" val="midR"/>
                      <dgm:param type="endPts" val="midL"/>
                      <dgm:param type="dstNode" val="nodeFirstNode"/>
                    </dgm:alg>
                  </dgm:if>
                  <dgm:else name="Name15">
                    <dgm:alg type="conn">
                      <dgm:param type="connRout" val="longCurve"/>
                      <dgm:param type="begPts" val="midL"/>
                      <dgm:param type="endPts" val="midR"/>
                      <dgm:param type="dstNode" val="nodeFirstNode"/>
                    </dgm:alg>
                  </dgm:else>
                </dgm:choose>
                <dgm:shape xmlns:r="http://schemas.openxmlformats.org/officeDocument/2006/relationships" type="conn" r:blip="" zOrderOff="-2">
                  <dgm:adjLst/>
                </dgm:shape>
                <dgm:presOf axis="self"/>
                <dgm:choose name="Name16">
                  <dgm:if name="Name17" axis="par ch" ptType="doc node" func="cnt" op="equ" val="3">
                    <dgm:constrLst>
                      <dgm:constr type="userA"/>
                      <dgm:constr type="diam" refType="userA" fact="1.01"/>
                      <dgm:constr type="begPad" refType="connDist" fact="-0.2"/>
                      <dgm:constr type="endPad" refType="connDist" fact="0.05"/>
                    </dgm:constrLst>
                  </dgm:if>
                  <dgm:if name="Name18" axis="par ch" ptType="doc node" func="cnt" op="equ" val="4">
                    <dgm:constrLst>
                      <dgm:constr type="userA"/>
                      <dgm:constr type="diam" refType="userA" fact="1.26"/>
                      <dgm:constr type="begPad" refType="connDist" fact="-0.2"/>
                      <dgm:constr type="endPad" refType="connDist" fact="0.05"/>
                    </dgm:constrLst>
                  </dgm:if>
                  <dgm:if name="Name19" axis="par ch" ptType="doc node" func="cnt" op="equ" val="5">
                    <dgm:constrLst>
                      <dgm:constr type="userA"/>
                      <dgm:constr type="diam" refType="userA" fact="1.04"/>
                      <dgm:constr type="begPad" refType="connDist" fact="-0.2"/>
                      <dgm:constr type="endPad" refType="connDist" fact="0.05"/>
                    </dgm:constrLst>
                  </dgm:if>
                  <dgm:if name="Name20" axis="par ch" ptType="doc node" func="cnt" op="equ" val="6">
                    <dgm:constrLst>
                      <dgm:constr type="userA"/>
                      <dgm:constr type="diam" refType="userA" fact="1.1"/>
                      <dgm:constr type="begPad" refType="connDist" fact="-0.2"/>
                      <dgm:constr type="endPad" refType="connDist" fact="0.05"/>
                    </dgm:constrLst>
                  </dgm:if>
                  <dgm:else name="Name21">
                    <dgm:constrLst>
                      <dgm:constr type="userA"/>
                      <dgm:constr type="diam" refType="userA" fact="1.04"/>
                      <dgm:constr type="begPad" refType="connDist" fact="-0.2"/>
                      <dgm:constr type="endPad" refType="connDist" fact="0.05"/>
                    </dgm:constrLst>
                  </dgm:else>
                </dgm:choose>
                <dgm:ruleLst/>
              </dgm:layoutNode>
            </dgm:forEach>
          </dgm:forEach>
          <dgm:forEach name="followingNodesForEach" axis="ch" ptType="node" st="2">
            <dgm:layoutNode name="nodeFollowingNodes">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dgm:layoutNode>
      </dgm:else>
    </dgm:choose>
  </dgm:layoutNode>
</dgm:layoutDef>
</file>

<file path=ppt/diagrams/layout6.xml><?xml version="1.0" encoding="utf-8"?>
<dgm:layoutDef xmlns:dgm="http://schemas.openxmlformats.org/drawingml/2006/diagram" xmlns:a="http://schemas.openxmlformats.org/drawingml/2006/main" uniqueId="urn:microsoft.com/office/officeart/2005/8/layout/cycle3">
  <dgm:title val=""/>
  <dgm:desc val=""/>
  <dgm:catLst>
    <dgm:cat type="cycle" pri="5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val="exact"/>
    </dgm:varLst>
    <dgm:choose name="Name1">
      <dgm:if name="Name2" axis="ch" ptType="node" func="cnt" op="equ" val="2">
        <dgm:alg type="composite">
          <dgm:param type="ar" val="0.9"/>
        </dgm:alg>
        <dgm:shape xmlns:r="http://schemas.openxmlformats.org/officeDocument/2006/relationships" r:blip="">
          <dgm:adjLst/>
        </dgm:shape>
        <dgm:presOf/>
        <dgm:constrLst>
          <dgm:constr type="primFontSz" for="ch" ptType="node" op="equ" val="65"/>
          <dgm:constr type="ctrX" for="ch" forName="node1" refType="w" fact="0.5"/>
          <dgm:constr type="t" for="ch" forName="node1"/>
          <dgm:constr type="w" for="ch" forName="node1" refType="w" fact="0.8"/>
          <dgm:constr type="h" for="ch" forName="node1" refType="w" refFor="ch" refForName="node1" fact="0.5"/>
          <dgm:constr type="ctrX" for="ch" forName="sibTrans" refType="w" fact="0.5"/>
          <dgm:constr type="t" for="ch" forName="sibTrans"/>
          <dgm:constr type="w" for="ch" forName="sibTrans" refType="w" fact="0.8"/>
          <dgm:constr type="h" for="ch" forName="sibTrans" refType="w" refFor="ch" refForName="node1" fact="0.5"/>
          <dgm:constr type="userA" for="ch" forName="sibTrans" refType="w" fact="1.07"/>
          <dgm:constr type="ctrX" for="ch" forName="node2" refType="w" fact="0.5"/>
          <dgm:constr type="b" for="ch" forName="node2" refType="h"/>
          <dgm:constr type="w" for="ch" forName="node2" refType="w" fact="0.8"/>
          <dgm:constr type="h" for="ch" forName="node2" refType="w" refFor="ch" refForName="node1" fact="0.5"/>
          <dgm:constr type="l" for="ch" forName="sp1"/>
          <dgm:constr type="t" for="ch" forName="sp1" refType="h" fact="0.5"/>
          <dgm:constr type="w" for="ch" forName="sp1" val="1"/>
          <dgm:constr type="h" for="ch" forName="sp1" val="1"/>
          <dgm:constr type="r" for="ch" forName="sp2" refType="w"/>
          <dgm:constr type="t" for="ch" forName="sp2" refType="h" fact="0.5"/>
          <dgm:constr type="w" for="ch" forName="sp2" val="1"/>
          <dgm:constr type="h" for="ch" forName="sp2" val="1"/>
        </dgm:constrLst>
        <dgm:ruleLst/>
      </dgm:if>
      <dgm:else name="Name3">
        <dgm:alg type="composite"/>
        <dgm:shape xmlns:r="http://schemas.openxmlformats.org/officeDocument/2006/relationships" r:blip="">
          <dgm:adjLst/>
        </dgm:shape>
        <dgm:presOf/>
        <dgm:constrLst>
          <dgm:constr type="primFontSz" for="ch" ptType="node" op="equ" val="65"/>
        </dgm:constrLst>
        <dgm:ruleLst/>
      </dgm:else>
    </dgm:choose>
    <dgm:choose name="Name4">
      <dgm:if name="Name5" axis="ch" ptType="node" func="cnt" op="equ" val="2">
        <dgm:layoutNode name="node1">
          <dgm:varLst>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ibTrans" styleLbl="bgShp">
          <dgm:choose name="Name6">
            <dgm:if name="Name7" func="var" arg="dir" op="equ" val="norm">
              <dgm:alg type="conn">
                <dgm:param type="connRout" val="longCurve"/>
                <dgm:param type="begPts" val="midR"/>
                <dgm:param type="endPts" val="midL"/>
                <dgm:param type="dstNode" val="node1"/>
              </dgm:alg>
              <dgm:shape xmlns:r="http://schemas.openxmlformats.org/officeDocument/2006/relationships" type="conn" r:blip="" zOrderOff="-2">
                <dgm:adjLst/>
              </dgm:shape>
              <dgm:presOf axis="ch" ptType="sibTrans"/>
              <dgm:constrLst>
                <dgm:constr type="userA"/>
                <dgm:constr type="diam" refType="userA" fact="-1"/>
                <dgm:constr type="wArH" refType="userA" fact="0.05"/>
                <dgm:constr type="hArH" refType="userA" fact="0.1"/>
                <dgm:constr type="stemThick" refType="userA" fact="0.06"/>
                <dgm:constr type="begPad" refType="connDist" fact="-0.2"/>
                <dgm:constr type="endPad" refType="connDist" fact="0.05"/>
              </dgm:constrLst>
            </dgm:if>
            <dgm:else name="Name8">
              <dgm:alg type="conn">
                <dgm:param type="connRout" val="longCurve"/>
                <dgm:param type="begPts" val="midL"/>
                <dgm:param type="endPts" val="midR"/>
                <dgm:param type="dstNode" val="node1"/>
              </dgm:alg>
              <dgm:shape xmlns:r="http://schemas.openxmlformats.org/officeDocument/2006/relationships" type="conn" r:blip="" zOrderOff="-2">
                <dgm:adjLst/>
              </dgm:shape>
              <dgm:presOf axis="ch" ptType="sibTrans"/>
              <dgm:constrLst>
                <dgm:constr type="userA"/>
                <dgm:constr type="diam" refType="userA"/>
                <dgm:constr type="wArH" refType="userA" fact="0.05"/>
                <dgm:constr type="hArH" refType="userA" fact="0.1"/>
                <dgm:constr type="stemThick" refType="userA" fact="0.06"/>
                <dgm:constr type="begPad" refType="connDist" fact="-0.2"/>
                <dgm:constr type="endPad" refType="connDist" fact="0.05"/>
              </dgm:constrLst>
            </dgm:else>
          </dgm:choose>
          <dgm:ruleLst/>
        </dgm:layoutNode>
        <dgm:layoutNode name="node2">
          <dgm:varLst>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p1">
          <dgm:alg type="sp"/>
          <dgm:shape xmlns:r="http://schemas.openxmlformats.org/officeDocument/2006/relationships" r:blip="">
            <dgm:adjLst/>
          </dgm:shape>
          <dgm:presOf/>
          <dgm:constrLst/>
          <dgm:ruleLst/>
        </dgm:layoutNode>
        <dgm:layoutNode name="sp2">
          <dgm:alg type="sp"/>
          <dgm:shape xmlns:r="http://schemas.openxmlformats.org/officeDocument/2006/relationships" r:blip="">
            <dgm:adjLst/>
          </dgm:shape>
          <dgm:presOf/>
          <dgm:constrLst/>
          <dgm:ruleLst/>
        </dgm:layoutNode>
      </dgm:if>
      <dgm:else name="Name9">
        <dgm:layoutNode name="cycle">
          <dgm:choose name="Name10">
            <dgm:if name="Name11" func="var" arg="dir" op="equ" val="norm">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fact="-1"/>
                <dgm:constr type="wArH" for="ch" ptType="sibTrans" refType="diam" op="equ" fact="0.05"/>
                <dgm:constr type="hArH" for="ch" ptType="sibTrans" refType="diam" op="equ" fact="0.1"/>
                <dgm:constr type="stemThick" for="ch" ptType="sibTrans" refType="diam" op="equ" fact="0.065"/>
                <dgm:constr type="primFontSz" for="ch" ptType="node" op="equ"/>
              </dgm:constrLst>
            </dgm:if>
            <dgm:else name="Name12">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dgm:constr type="wArH" for="ch" ptType="sibTrans" refType="diam" op="equ" fact="0.05"/>
                <dgm:constr type="hArH" for="ch" ptType="sibTrans" refType="diam" op="equ" fact="0.1"/>
                <dgm:constr type="stemThick" for="ch" ptType="sibTrans" refType="diam" op="equ" fact="0.065"/>
                <dgm:constr type="primFontSz" for="ch" ptType="node" op="equ"/>
              </dgm:constrLst>
            </dgm:else>
          </dgm:choose>
          <dgm:ruleLst/>
          <dgm:forEach name="nodesFirstNodeForEach" axis="ch" ptType="node" cnt="1">
            <dgm:layoutNode name="nodeFirstNode">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FirstNode" styleLbl="bgShp">
                <dgm:choose name="Name13">
                  <dgm:if name="Name14" func="var" arg="dir" op="equ" val="norm">
                    <dgm:alg type="conn">
                      <dgm:param type="connRout" val="longCurve"/>
                      <dgm:param type="begPts" val="midR"/>
                      <dgm:param type="endPts" val="midL"/>
                      <dgm:param type="dstNode" val="nodeFirstNode"/>
                    </dgm:alg>
                  </dgm:if>
                  <dgm:else name="Name15">
                    <dgm:alg type="conn">
                      <dgm:param type="connRout" val="longCurve"/>
                      <dgm:param type="begPts" val="midL"/>
                      <dgm:param type="endPts" val="midR"/>
                      <dgm:param type="dstNode" val="nodeFirstNode"/>
                    </dgm:alg>
                  </dgm:else>
                </dgm:choose>
                <dgm:shape xmlns:r="http://schemas.openxmlformats.org/officeDocument/2006/relationships" type="conn" r:blip="" zOrderOff="-2">
                  <dgm:adjLst/>
                </dgm:shape>
                <dgm:presOf axis="self"/>
                <dgm:choose name="Name16">
                  <dgm:if name="Name17" axis="par ch" ptType="doc node" func="cnt" op="equ" val="3">
                    <dgm:constrLst>
                      <dgm:constr type="userA"/>
                      <dgm:constr type="diam" refType="userA" fact="1.01"/>
                      <dgm:constr type="begPad" refType="connDist" fact="-0.2"/>
                      <dgm:constr type="endPad" refType="connDist" fact="0.05"/>
                    </dgm:constrLst>
                  </dgm:if>
                  <dgm:if name="Name18" axis="par ch" ptType="doc node" func="cnt" op="equ" val="4">
                    <dgm:constrLst>
                      <dgm:constr type="userA"/>
                      <dgm:constr type="diam" refType="userA" fact="1.26"/>
                      <dgm:constr type="begPad" refType="connDist" fact="-0.2"/>
                      <dgm:constr type="endPad" refType="connDist" fact="0.05"/>
                    </dgm:constrLst>
                  </dgm:if>
                  <dgm:if name="Name19" axis="par ch" ptType="doc node" func="cnt" op="equ" val="5">
                    <dgm:constrLst>
                      <dgm:constr type="userA"/>
                      <dgm:constr type="diam" refType="userA" fact="1.04"/>
                      <dgm:constr type="begPad" refType="connDist" fact="-0.2"/>
                      <dgm:constr type="endPad" refType="connDist" fact="0.05"/>
                    </dgm:constrLst>
                  </dgm:if>
                  <dgm:if name="Name20" axis="par ch" ptType="doc node" func="cnt" op="equ" val="6">
                    <dgm:constrLst>
                      <dgm:constr type="userA"/>
                      <dgm:constr type="diam" refType="userA" fact="1.1"/>
                      <dgm:constr type="begPad" refType="connDist" fact="-0.2"/>
                      <dgm:constr type="endPad" refType="connDist" fact="0.05"/>
                    </dgm:constrLst>
                  </dgm:if>
                  <dgm:else name="Name21">
                    <dgm:constrLst>
                      <dgm:constr type="userA"/>
                      <dgm:constr type="diam" refType="userA" fact="1.04"/>
                      <dgm:constr type="begPad" refType="connDist" fact="-0.2"/>
                      <dgm:constr type="endPad" refType="connDist" fact="0.05"/>
                    </dgm:constrLst>
                  </dgm:else>
                </dgm:choose>
                <dgm:ruleLst/>
              </dgm:layoutNode>
            </dgm:forEach>
          </dgm:forEach>
          <dgm:forEach name="followingNodesForEach" axis="ch" ptType="node" st="2">
            <dgm:layoutNode name="nodeFollowingNodes">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dgm:layoutNode>
      </dgm:else>
    </dgm:choose>
  </dgm:layoutNode>
</dgm:layoutDef>
</file>

<file path=ppt/diagrams/layout7.xml><?xml version="1.0" encoding="utf-8"?>
<dgm:layoutDef xmlns:dgm="http://schemas.openxmlformats.org/drawingml/2006/diagram" xmlns:a="http://schemas.openxmlformats.org/drawingml/2006/main" uniqueId="urn:microsoft.com/office/officeart/2005/8/layout/bList2">
  <dgm:title val=""/>
  <dgm:desc val=""/>
  <dgm:catLst>
    <dgm:cat type="list" pri="7000"/>
    <dgm:cat type="convert" pri="16000"/>
    <dgm:cat type="picture" pri="28000"/>
    <dgm:cat type="pictureconvert" pri="28000"/>
  </dgm:catLst>
  <dgm:sampData useDef="1">
    <dgm:dataModel>
      <dgm:pt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dir/>
      <dgm:animLvl val="lvl"/>
      <dgm:resizeHandles val="exact"/>
    </dgm:varLst>
    <dgm:choose name="Name0">
      <dgm:if name="Name1" axis="self"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compNode" refType="w"/>
      <dgm:constr type="w" for="ch" ptType="sibTrans" refType="w" refFor="ch" refForName="compNode" op="equ" fact="0.08"/>
      <dgm:constr type="sp" refType="w" refFor="ch" refForName="compNode" op="equ" fact="0.16"/>
      <dgm:constr type="primFontSz" for="des" forName="parentText" op="equ" val="65"/>
      <dgm:constr type="primFontSz" for="des" forName="childRect" op="equ" val="65"/>
    </dgm:constrLst>
    <dgm:ruleLst/>
    <dgm:forEach name="nodesForEach" axis="ch" ptType="node">
      <dgm:layoutNode name="compNode">
        <dgm:alg type="composite">
          <dgm:param type="ar" val="0.943"/>
        </dgm:alg>
        <dgm:shape xmlns:r="http://schemas.openxmlformats.org/officeDocument/2006/relationships" r:blip="">
          <dgm:adjLst/>
        </dgm:shape>
        <dgm:presOf/>
        <dgm:choose name="Name3">
          <dgm:if name="Name4" axis="self" func="var" arg="dir" op="equ" val="norm">
            <dgm:constrLst>
              <dgm:constr type="w" val="1"/>
              <dgm:constr type="h" refType="w" fact="1.06"/>
              <dgm:constr type="h" for="ch" forName="childRect" refType="h" fact="0.65"/>
              <dgm:constr type="w" for="ch" forName="childRect" refType="w" fact="0.923"/>
              <dgm:constr type="l" for="ch" forName="childRect"/>
              <dgm:constr type="t" for="ch" forName="childRect"/>
              <dgm:constr type="w" for="ch" forName="parentText" refType="w" fact="0.65"/>
              <dgm:constr type="h" for="ch" forName="parentText" refType="h" refFor="ch" refForName="childRect" fact="0.43"/>
              <dgm:constr type="l" for="ch" forName="parentText"/>
              <dgm:constr type="t" for="ch" forName="parentText" refType="h" refFor="ch" refForName="childRect"/>
              <dgm:constr type="w" for="ch" forName="parentRect" refType="w" fact="0.923"/>
              <dgm:constr type="h" for="ch" forName="parentRect" refType="h" refFor="ch" refForName="parentText"/>
              <dgm:constr type="l" for="ch" forName="parentRect"/>
              <dgm:constr type="t" for="ch" forName="parentRect" refType="t" refFor="ch" refForName="parentText"/>
              <dgm:constr type="w" for="ch" forName="adorn" refType="w" refFor="ch" refForName="parentRect" fact="0.35"/>
              <dgm:constr type="h" for="ch" forName="adorn" refType="w" refFor="ch" refForName="parentRect" fact="0.35"/>
              <dgm:constr type="b" for="ch" forName="adorn" refType="h"/>
              <dgm:constr type="r" for="ch" forName="adorn" refType="w"/>
            </dgm:constrLst>
          </dgm:if>
          <dgm:else name="Name5">
            <dgm:constrLst>
              <dgm:constr type="w" val="1"/>
              <dgm:constr type="h" refType="w" fact="1.06"/>
              <dgm:constr type="h" for="ch" forName="childRect" refType="h" fact="0.65"/>
              <dgm:constr type="w" for="ch" forName="childRect" refType="w" fact="0.923"/>
              <dgm:constr type="r" for="ch" forName="childRect" refType="w"/>
              <dgm:constr type="t" for="ch" forName="childRect"/>
              <dgm:constr type="w" for="ch" forName="parentText" refType="w" fact="0.65"/>
              <dgm:constr type="h" for="ch" forName="parentText" refType="h" refFor="ch" refForName="childRect" fact="0.43"/>
              <dgm:constr type="r" for="ch" forName="parentText" refType="w"/>
              <dgm:constr type="t" for="ch" forName="parentText" refType="h" refFor="ch" refForName="childRect"/>
              <dgm:constr type="w" for="ch" forName="parentRect" refType="w" fact="0.923"/>
              <dgm:constr type="h" for="ch" forName="parentRect" refType="h" refFor="ch" refForName="parentText"/>
              <dgm:constr type="r" for="ch" forName="parentRect" refType="w"/>
              <dgm:constr type="t" for="ch" forName="parentRect" refType="t" refFor="ch" refForName="parentText"/>
              <dgm:constr type="w" for="ch" forName="adorn" refType="w" refFor="ch" refForName="parentRect" fact="0.35"/>
              <dgm:constr type="h" for="ch" forName="adorn" refType="w" refFor="ch" refForName="parentRect" fact="0.35"/>
              <dgm:constr type="b" for="ch" forName="adorn" refType="h"/>
              <dgm:constr type="l" for="ch" forName="adorn"/>
            </dgm:constrLst>
          </dgm:else>
        </dgm:choose>
        <dgm:ruleLst/>
        <dgm:layoutNode name="childRect" styleLbl="bgAcc1">
          <dgm:varLst>
            <dgm:bulletEnabled val="1"/>
          </dgm:varLst>
          <dgm:alg type="tx">
            <dgm:param type="stBulletLvl" val="1"/>
          </dgm:alg>
          <dgm:shape xmlns:r="http://schemas.openxmlformats.org/officeDocument/2006/relationships" type="round2SameRect" r:blip="">
            <dgm:adjLst>
              <dgm:adj idx="1" val="0.08"/>
            </dgm:adjLst>
          </dgm:shape>
          <dgm:presOf axis="des" ptType="node"/>
          <dgm:constrLst>
            <dgm:constr type="secFontSz" refType="primFontSz"/>
            <dgm:constr type="tMarg" refType="primFontSz" fact="0.3"/>
            <dgm:constr type="bMarg" refType="primFontSz" fact="0.1"/>
            <dgm:constr type="lMarg" refType="primFontSz" fact="0.1"/>
            <dgm:constr type="rMarg" refType="primFontSz" fact="0.1"/>
          </dgm:constrLst>
          <dgm:ruleLst>
            <dgm:rule type="primFontSz" val="5" fact="NaN" max="NaN"/>
          </dgm:ruleLst>
        </dgm:layoutNode>
        <dgm:layoutNode name="parentText">
          <dgm:varLst>
            <dgm:chMax val="0"/>
            <dgm:bulletEnabled val="1"/>
          </dgm:varLst>
          <dgm:choose name="Name6">
            <dgm:if name="Name7" func="var" arg="dir" op="equ" val="norm">
              <dgm:alg type="tx">
                <dgm:param type="parTxLTRAlign" val="l"/>
                <dgm:param type="parTxRTLAlign" val="l"/>
              </dgm:alg>
            </dgm:if>
            <dgm:else name="Name8">
              <dgm:alg type="tx">
                <dgm:param type="parTxLTRAlign" val="r"/>
                <dgm:param type="parTxRTLAlign" val="r"/>
              </dgm:alg>
            </dgm:else>
          </dgm:choose>
          <dgm:shape xmlns:r="http://schemas.openxmlformats.org/officeDocument/2006/relationships" type="rect" r:blip="" zOrderOff="1" hideGeom="1">
            <dgm:adjLst/>
          </dgm:shape>
          <dgm:presOf axis="self" ptType="node"/>
          <dgm:constrLst>
            <dgm:constr type="tMarg"/>
            <dgm:constr type="bMarg"/>
            <dgm:constr type="lMarg" refType="primFontSz" fact="0.3"/>
            <dgm:constr type="rMarg" refType="primFontSz" fact="0.1"/>
          </dgm:constrLst>
          <dgm:ruleLst>
            <dgm:rule type="primFontSz" val="5" fact="NaN" max="NaN"/>
          </dgm:ruleLst>
        </dgm:layoutNode>
        <dgm:layoutNode name="parentRect" styleLbl="alignNode1">
          <dgm:alg type="sp"/>
          <dgm:shape xmlns:r="http://schemas.openxmlformats.org/officeDocument/2006/relationships" type="rect" r:blip="">
            <dgm:adjLst/>
          </dgm:shape>
          <dgm:presOf axis="self" ptType="node"/>
          <dgm:constrLst/>
          <dgm:ruleLst/>
        </dgm:layoutNode>
        <dgm:layoutNode name="adorn" styleLbl="fgAccFollowNode1">
          <dgm:alg type="sp"/>
          <dgm:shape xmlns:r="http://schemas.openxmlformats.org/officeDocument/2006/relationships" type="ellipse" r:blip="" blipPhldr="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constr type="w" val="1"/>
            <dgm:constr type="h" refType="w"/>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5">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5">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5">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5">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6">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6">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27C03-9023-43F8-848A-1C10B2CC7E4F}" type="datetimeFigureOut">
              <a:rPr lang="en-IN" smtClean="0"/>
              <a:t>14-10-2026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5AD5734-E89A-4D3C-B283-3747F3E0C120}" type="slidenum">
              <a:rPr lang="en-IN" smtClean="0"/>
              <a:t>‹#›</a:t>
            </a:fld>
            <a:endParaRPr lang="en-IN"/>
          </a:p>
        </p:txBody>
      </p:sp>
    </p:spTree>
    <p:extLst>
      <p:ext uri="{BB962C8B-B14F-4D97-AF65-F5344CB8AC3E}">
        <p14:creationId xmlns:p14="http://schemas.microsoft.com/office/powerpoint/2010/main" val="18870156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5AD5734-E89A-4D3C-B283-3747F3E0C120}" type="slidenum">
              <a:rPr lang="en-IN" smtClean="0"/>
              <a:t>5</a:t>
            </a:fld>
            <a:endParaRPr lang="en-IN"/>
          </a:p>
        </p:txBody>
      </p:sp>
    </p:spTree>
    <p:extLst>
      <p:ext uri="{BB962C8B-B14F-4D97-AF65-F5344CB8AC3E}">
        <p14:creationId xmlns:p14="http://schemas.microsoft.com/office/powerpoint/2010/main" val="19075710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2.xml"/><Relationship Id="rId4" Type="http://schemas.microsoft.com/office/2007/relationships/hdphoto" Target="../media/hdphoto1.wdp"/></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3.xml"/><Relationship Id="rId4" Type="http://schemas.microsoft.com/office/2007/relationships/hdphoto" Target="../media/hdphoto2.wdp"/></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Page Break Title">
    <p:bg>
      <p:bgPr>
        <a:solidFill>
          <a:srgbClr val="17173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847FE9-5046-251D-2FF7-63408BD566B5}"/>
              </a:ext>
            </a:extLst>
          </p:cNvPr>
          <p:cNvSpPr txBox="1">
            <a:spLocks/>
          </p:cNvSpPr>
          <p:nvPr/>
        </p:nvSpPr>
        <p:spPr>
          <a:xfrm>
            <a:off x="360000" y="360000"/>
            <a:ext cx="9474282" cy="315912"/>
          </a:xfrm>
          <a:prstGeom prst="rect">
            <a:avLst/>
          </a:prstGeom>
        </p:spPr>
        <p:txBody>
          <a:bodyPr anchor="ctr">
            <a:normAutofit fontScale="70000" lnSpcReduction="20000"/>
          </a:bodyPr>
          <a:lstStyle>
            <a:lvl1pPr algn="l" defTabSz="914400" rtl="0" eaLnBrk="1" latinLnBrk="0" hangingPunct="1">
              <a:lnSpc>
                <a:spcPct val="90000"/>
              </a:lnSpc>
              <a:spcBef>
                <a:spcPct val="0"/>
              </a:spcBef>
              <a:buNone/>
              <a:defRPr sz="2800" b="1" i="0" kern="1200">
                <a:solidFill>
                  <a:schemeClr val="bg1"/>
                </a:solidFill>
                <a:latin typeface="Century Gothic" panose="020B0502020202020204" pitchFamily="34" charset="0"/>
                <a:ea typeface="+mj-ea"/>
                <a:cs typeface="+mj-cs"/>
              </a:defRPr>
            </a:lvl1pPr>
          </a:lstStyle>
          <a:p>
            <a:pPr fontAlgn="auto">
              <a:spcAft>
                <a:spcPts val="0"/>
              </a:spcAft>
              <a:defRPr/>
            </a:pPr>
            <a:r>
              <a:rPr lang="en-GB" dirty="0">
                <a:solidFill>
                  <a:schemeClr val="tx1"/>
                </a:solidFill>
                <a:highlight>
                  <a:srgbClr val="FB4F14"/>
                </a:highlight>
              </a:rPr>
              <a:t>A.</a:t>
            </a:r>
            <a:endParaRPr lang="en-US" dirty="0">
              <a:solidFill>
                <a:schemeClr val="tx1"/>
              </a:solidFill>
              <a:highlight>
                <a:srgbClr val="FB4F14"/>
              </a:highlight>
            </a:endParaRPr>
          </a:p>
        </p:txBody>
      </p:sp>
      <p:sp>
        <p:nvSpPr>
          <p:cNvPr id="7" name="Title 1"/>
          <p:cNvSpPr>
            <a:spLocks noGrp="1"/>
          </p:cNvSpPr>
          <p:nvPr>
            <p:ph type="title"/>
          </p:nvPr>
        </p:nvSpPr>
        <p:spPr>
          <a:xfrm>
            <a:off x="394445" y="3033471"/>
            <a:ext cx="11430001" cy="2852737"/>
          </a:xfrm>
        </p:spPr>
        <p:txBody>
          <a:bodyPr anchor="b"/>
          <a:lstStyle>
            <a:lvl1pPr>
              <a:defRPr sz="6000">
                <a:solidFill>
                  <a:srgbClr val="FB4F14"/>
                </a:solidFill>
              </a:defRPr>
            </a:lvl1pPr>
          </a:lstStyle>
          <a:p>
            <a:r>
              <a:rPr lang="en-US"/>
              <a:t>Click to edit Master title style</a:t>
            </a:r>
            <a:endParaRPr lang="en-US" dirty="0"/>
          </a:p>
        </p:txBody>
      </p:sp>
      <p:sp>
        <p:nvSpPr>
          <p:cNvPr id="3" name="Date Placeholder 1">
            <a:extLst>
              <a:ext uri="{FF2B5EF4-FFF2-40B4-BE49-F238E27FC236}">
                <a16:creationId xmlns:a16="http://schemas.microsoft.com/office/drawing/2014/main" id="{8C4E2F9C-C3BC-B2FF-AB87-F33282F6A544}"/>
              </a:ext>
            </a:extLst>
          </p:cNvPr>
          <p:cNvSpPr>
            <a:spLocks noGrp="1"/>
          </p:cNvSpPr>
          <p:nvPr>
            <p:ph type="dt" sz="half" idx="10"/>
          </p:nvPr>
        </p:nvSpPr>
        <p:spPr/>
        <p:txBody>
          <a:bodyPr/>
          <a:lstStyle>
            <a:lvl1pPr>
              <a:defRPr/>
            </a:lvl1pPr>
          </a:lstStyle>
          <a:p>
            <a:pPr>
              <a:defRPr/>
            </a:pPr>
            <a:fld id="{549F4D85-1531-2E4D-AECB-0DBCD6FC1B97}" type="datetimeFigureOut">
              <a:rPr lang="en-US"/>
              <a:pPr>
                <a:defRPr/>
              </a:pPr>
              <a:t>10/14/2026</a:t>
            </a:fld>
            <a:r>
              <a:rPr lang="en-US" dirty="0"/>
              <a:t> - </a:t>
            </a:r>
            <a:fld id="{64BECF23-A8F9-5A4E-B21B-9776853F7A53}" type="slidenum">
              <a:rPr lang="en-US"/>
              <a:pPr>
                <a:defRPr/>
              </a:pPr>
              <a:t>‹#›</a:t>
            </a:fld>
            <a:endParaRPr lang="en-US" dirty="0"/>
          </a:p>
        </p:txBody>
      </p:sp>
      <p:sp>
        <p:nvSpPr>
          <p:cNvPr id="4" name="Footer Placeholder 4">
            <a:extLst>
              <a:ext uri="{FF2B5EF4-FFF2-40B4-BE49-F238E27FC236}">
                <a16:creationId xmlns:a16="http://schemas.microsoft.com/office/drawing/2014/main" id="{0FF585BC-4741-80A1-539C-FF6D224BFDB1}"/>
              </a:ext>
            </a:extLst>
          </p:cNvPr>
          <p:cNvSpPr>
            <a:spLocks noGrp="1"/>
          </p:cNvSpPr>
          <p:nvPr>
            <p:ph type="ftr" sz="quarter" idx="11"/>
          </p:nvPr>
        </p:nvSpPr>
        <p:spPr/>
        <p:txBody>
          <a:bodyPr/>
          <a:lstStyle>
            <a:lvl1pPr algn="l">
              <a:defRPr sz="1100" b="0" i="0">
                <a:solidFill>
                  <a:schemeClr val="tx1">
                    <a:lumMod val="65000"/>
                  </a:schemeClr>
                </a:solidFill>
                <a:latin typeface="Century Gothic" panose="020B0502020202020204" pitchFamily="34" charset="0"/>
              </a:defRPr>
            </a:lvl1pPr>
          </a:lstStyle>
          <a:p>
            <a:pPr>
              <a:defRPr/>
            </a:pPr>
            <a:r>
              <a:rPr lang="en-US"/>
              <a:t>CONFIDENTIAL / NOT FOR EXTERNAL DISTRIBUTION / </a:t>
            </a:r>
            <a:r>
              <a:rPr lang="en-US" b="1"/>
              <a:t>THE COLLECTIVE</a:t>
            </a:r>
          </a:p>
        </p:txBody>
      </p:sp>
    </p:spTree>
    <p:extLst>
      <p:ext uri="{BB962C8B-B14F-4D97-AF65-F5344CB8AC3E}">
        <p14:creationId xmlns:p14="http://schemas.microsoft.com/office/powerpoint/2010/main" val="1343155172"/>
      </p:ext>
    </p:extLst>
  </p:cSld>
  <p:clrMapOvr>
    <a:masterClrMapping/>
  </p:clrMapOvr>
  <p:transition spd="slow"/>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Text Slide">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84FDC89-74A5-FA64-753C-4D8906ECA9C1}"/>
              </a:ext>
            </a:extLst>
          </p:cNvPr>
          <p:cNvSpPr txBox="1">
            <a:spLocks/>
          </p:cNvSpPr>
          <p:nvPr/>
        </p:nvSpPr>
        <p:spPr>
          <a:xfrm>
            <a:off x="360363" y="304800"/>
            <a:ext cx="9474200" cy="415925"/>
          </a:xfrm>
          <a:prstGeom prst="rect">
            <a:avLst/>
          </a:prstGeom>
        </p:spPr>
        <p:txBody>
          <a:bodyPr anchor="b">
            <a:normAutofit lnSpcReduction="10000"/>
          </a:bodyPr>
          <a:lstStyle>
            <a:lvl1pPr algn="l" defTabSz="914400" rtl="0" eaLnBrk="1" latinLnBrk="0" hangingPunct="1">
              <a:lnSpc>
                <a:spcPct val="90000"/>
              </a:lnSpc>
              <a:spcBef>
                <a:spcPct val="0"/>
              </a:spcBef>
              <a:buNone/>
              <a:defRPr sz="2800" b="1" i="0" kern="1200">
                <a:solidFill>
                  <a:schemeClr val="bg1"/>
                </a:solidFill>
                <a:latin typeface="Century Gothic" panose="020B0502020202020204" pitchFamily="34" charset="0"/>
                <a:ea typeface="+mj-ea"/>
                <a:cs typeface="+mj-cs"/>
              </a:defRPr>
            </a:lvl1pPr>
          </a:lstStyle>
          <a:p>
            <a:pPr fontAlgn="auto">
              <a:spcAft>
                <a:spcPts val="0"/>
              </a:spcAft>
              <a:defRPr/>
            </a:pPr>
            <a:r>
              <a:rPr lang="en-GB" sz="2400" dirty="0"/>
              <a:t>CLICK TO EDIT MASTER TITLE STYLE</a:t>
            </a:r>
            <a:endParaRPr lang="en-US" sz="2400" dirty="0"/>
          </a:p>
        </p:txBody>
      </p:sp>
      <p:sp>
        <p:nvSpPr>
          <p:cNvPr id="8" name="Text Placeholder 2"/>
          <p:cNvSpPr>
            <a:spLocks noGrp="1"/>
          </p:cNvSpPr>
          <p:nvPr>
            <p:ph idx="13"/>
          </p:nvPr>
        </p:nvSpPr>
        <p:spPr>
          <a:xfrm>
            <a:off x="360000" y="1080000"/>
            <a:ext cx="11462856" cy="4809600"/>
          </a:xfrm>
          <a:prstGeom prst="rect">
            <a:avLst/>
          </a:prstGeom>
        </p:spPr>
        <p:txBody>
          <a:bodyPr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3" name="Date Placeholder 3">
            <a:extLst>
              <a:ext uri="{FF2B5EF4-FFF2-40B4-BE49-F238E27FC236}">
                <a16:creationId xmlns:a16="http://schemas.microsoft.com/office/drawing/2014/main" id="{48B54B34-36D8-E74F-804D-6138D015A8E5}"/>
              </a:ext>
            </a:extLst>
          </p:cNvPr>
          <p:cNvSpPr>
            <a:spLocks noGrp="1"/>
          </p:cNvSpPr>
          <p:nvPr>
            <p:ph type="dt" sz="half" idx="14"/>
          </p:nvPr>
        </p:nvSpPr>
        <p:spPr/>
        <p:txBody>
          <a:bodyPr/>
          <a:lstStyle>
            <a:lvl1pPr>
              <a:defRPr/>
            </a:lvl1pPr>
          </a:lstStyle>
          <a:p>
            <a:pPr>
              <a:defRPr/>
            </a:pPr>
            <a:fld id="{F579EF60-FDD1-2843-81BD-A2BD8D9E4CAD}" type="datetimeFigureOut">
              <a:rPr lang="en-US"/>
              <a:pPr>
                <a:defRPr/>
              </a:pPr>
              <a:t>10/14/2026</a:t>
            </a:fld>
            <a:r>
              <a:rPr lang="en-US" dirty="0"/>
              <a:t> - </a:t>
            </a:r>
            <a:fld id="{02B18AB0-27ED-2649-AADB-2EACE12E5BE0}" type="slidenum">
              <a:rPr lang="en-US"/>
              <a:pPr>
                <a:defRPr/>
              </a:pPr>
              <a:t>‹#›</a:t>
            </a:fld>
            <a:endParaRPr lang="en-US" dirty="0"/>
          </a:p>
        </p:txBody>
      </p:sp>
      <p:sp>
        <p:nvSpPr>
          <p:cNvPr id="4" name="Footer Placeholder 4">
            <a:extLst>
              <a:ext uri="{FF2B5EF4-FFF2-40B4-BE49-F238E27FC236}">
                <a16:creationId xmlns:a16="http://schemas.microsoft.com/office/drawing/2014/main" id="{FB101277-0EF7-B577-386D-56EEE79C22DA}"/>
              </a:ext>
            </a:extLst>
          </p:cNvPr>
          <p:cNvSpPr>
            <a:spLocks noGrp="1"/>
          </p:cNvSpPr>
          <p:nvPr>
            <p:ph type="ftr" sz="quarter" idx="15"/>
          </p:nvPr>
        </p:nvSpPr>
        <p:spPr/>
        <p:txBody>
          <a:bodyPr/>
          <a:lstStyle>
            <a:lvl1pPr algn="l">
              <a:defRPr sz="1100" b="0" i="0">
                <a:solidFill>
                  <a:schemeClr val="tx1">
                    <a:lumMod val="65000"/>
                  </a:schemeClr>
                </a:solidFill>
                <a:latin typeface="Century Gothic" panose="020B0502020202020204" pitchFamily="34" charset="0"/>
              </a:defRPr>
            </a:lvl1pPr>
          </a:lstStyle>
          <a:p>
            <a:pPr>
              <a:defRPr/>
            </a:pPr>
            <a:r>
              <a:rPr lang="en-US"/>
              <a:t>CONFIDENTIAL / NOT FOR EXTERNAL DISTRIBUTION / </a:t>
            </a:r>
            <a:r>
              <a:rPr lang="en-US" b="1"/>
              <a:t>THE COLLECTIVE</a:t>
            </a:r>
          </a:p>
        </p:txBody>
      </p:sp>
    </p:spTree>
    <p:extLst>
      <p:ext uri="{BB962C8B-B14F-4D97-AF65-F5344CB8AC3E}">
        <p14:creationId xmlns:p14="http://schemas.microsoft.com/office/powerpoint/2010/main" val="37173301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 Column with media Slide">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9AD91A6-F3FE-ED65-2F58-1A89852DF1A0}"/>
              </a:ext>
            </a:extLst>
          </p:cNvPr>
          <p:cNvSpPr txBox="1">
            <a:spLocks/>
          </p:cNvSpPr>
          <p:nvPr/>
        </p:nvSpPr>
        <p:spPr>
          <a:xfrm>
            <a:off x="360363" y="304800"/>
            <a:ext cx="9474200" cy="415925"/>
          </a:xfrm>
          <a:prstGeom prst="rect">
            <a:avLst/>
          </a:prstGeom>
        </p:spPr>
        <p:txBody>
          <a:bodyPr anchor="b">
            <a:normAutofit lnSpcReduction="10000"/>
          </a:bodyPr>
          <a:lstStyle>
            <a:lvl1pPr algn="l" defTabSz="914400" rtl="0" eaLnBrk="1" latinLnBrk="0" hangingPunct="1">
              <a:lnSpc>
                <a:spcPct val="90000"/>
              </a:lnSpc>
              <a:spcBef>
                <a:spcPct val="0"/>
              </a:spcBef>
              <a:buNone/>
              <a:defRPr sz="2800" b="1" i="0" kern="1200">
                <a:solidFill>
                  <a:schemeClr val="bg1"/>
                </a:solidFill>
                <a:latin typeface="Century Gothic" panose="020B0502020202020204" pitchFamily="34" charset="0"/>
                <a:ea typeface="+mj-ea"/>
                <a:cs typeface="+mj-cs"/>
              </a:defRPr>
            </a:lvl1pPr>
          </a:lstStyle>
          <a:p>
            <a:pPr fontAlgn="auto">
              <a:spcAft>
                <a:spcPts val="0"/>
              </a:spcAft>
              <a:defRPr/>
            </a:pPr>
            <a:r>
              <a:rPr lang="en-GB" sz="2400" dirty="0"/>
              <a:t>CLICK TO EDIT MASTER TITLE STYLE</a:t>
            </a:r>
            <a:endParaRPr lang="en-US" sz="2400" dirty="0"/>
          </a:p>
        </p:txBody>
      </p:sp>
      <p:sp>
        <p:nvSpPr>
          <p:cNvPr id="3" name="Content Placeholder 2"/>
          <p:cNvSpPr>
            <a:spLocks noGrp="1"/>
          </p:cNvSpPr>
          <p:nvPr>
            <p:ph sz="half" idx="1"/>
          </p:nvPr>
        </p:nvSpPr>
        <p:spPr>
          <a:xfrm>
            <a:off x="360000" y="1081554"/>
            <a:ext cx="55548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77200" y="1081554"/>
            <a:ext cx="55548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AB53437-3052-32AD-A591-3815F9B85F9B}"/>
              </a:ext>
            </a:extLst>
          </p:cNvPr>
          <p:cNvSpPr>
            <a:spLocks noGrp="1"/>
          </p:cNvSpPr>
          <p:nvPr>
            <p:ph type="dt" sz="half" idx="10"/>
          </p:nvPr>
        </p:nvSpPr>
        <p:spPr/>
        <p:txBody>
          <a:bodyPr/>
          <a:lstStyle>
            <a:lvl1pPr>
              <a:defRPr/>
            </a:lvl1pPr>
          </a:lstStyle>
          <a:p>
            <a:pPr>
              <a:defRPr/>
            </a:pPr>
            <a:fld id="{C11690C3-AB3A-9D46-871F-A30965004FE4}" type="datetimeFigureOut">
              <a:rPr lang="en-US"/>
              <a:pPr>
                <a:defRPr/>
              </a:pPr>
              <a:t>10/14/2026</a:t>
            </a:fld>
            <a:r>
              <a:rPr lang="en-US" dirty="0"/>
              <a:t> - </a:t>
            </a:r>
            <a:fld id="{790F4A4B-23FD-8C46-9238-30DEDBEFF4DD}" type="slidenum">
              <a:rPr lang="en-US"/>
              <a:pPr>
                <a:defRPr/>
              </a:pPr>
              <a:t>‹#›</a:t>
            </a:fld>
            <a:endParaRPr lang="en-US" dirty="0"/>
          </a:p>
        </p:txBody>
      </p:sp>
      <p:sp>
        <p:nvSpPr>
          <p:cNvPr id="6" name="Footer Placeholder 4">
            <a:extLst>
              <a:ext uri="{FF2B5EF4-FFF2-40B4-BE49-F238E27FC236}">
                <a16:creationId xmlns:a16="http://schemas.microsoft.com/office/drawing/2014/main" id="{449E5ECB-8838-0812-ED08-04A59A340D77}"/>
              </a:ext>
            </a:extLst>
          </p:cNvPr>
          <p:cNvSpPr>
            <a:spLocks noGrp="1"/>
          </p:cNvSpPr>
          <p:nvPr>
            <p:ph type="ftr" sz="quarter" idx="11"/>
          </p:nvPr>
        </p:nvSpPr>
        <p:spPr/>
        <p:txBody>
          <a:bodyPr/>
          <a:lstStyle>
            <a:lvl1pPr algn="l">
              <a:defRPr sz="1100" b="0" i="0">
                <a:solidFill>
                  <a:schemeClr val="tx1">
                    <a:lumMod val="65000"/>
                  </a:schemeClr>
                </a:solidFill>
                <a:latin typeface="Century Gothic" panose="020B0502020202020204" pitchFamily="34" charset="0"/>
              </a:defRPr>
            </a:lvl1pPr>
          </a:lstStyle>
          <a:p>
            <a:pPr>
              <a:defRPr/>
            </a:pPr>
            <a:r>
              <a:rPr lang="en-US"/>
              <a:t>CONFIDENTIAL / NOT FOR EXTERNAL DISTRIBUTION / </a:t>
            </a:r>
            <a:r>
              <a:rPr lang="en-US" b="1"/>
              <a:t>THE COLLECTIVE</a:t>
            </a:r>
          </a:p>
        </p:txBody>
      </p:sp>
    </p:spTree>
    <p:extLst>
      <p:ext uri="{BB962C8B-B14F-4D97-AF65-F5344CB8AC3E}">
        <p14:creationId xmlns:p14="http://schemas.microsoft.com/office/powerpoint/2010/main" val="9287928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 Title 2 Column Slide">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1475C31-0D28-81AD-834D-542E21AEDFB0}"/>
              </a:ext>
            </a:extLst>
          </p:cNvPr>
          <p:cNvSpPr txBox="1">
            <a:spLocks/>
          </p:cNvSpPr>
          <p:nvPr/>
        </p:nvSpPr>
        <p:spPr>
          <a:xfrm>
            <a:off x="360363" y="304800"/>
            <a:ext cx="9474200" cy="415925"/>
          </a:xfrm>
          <a:prstGeom prst="rect">
            <a:avLst/>
          </a:prstGeom>
        </p:spPr>
        <p:txBody>
          <a:bodyPr anchor="b">
            <a:normAutofit lnSpcReduction="10000"/>
          </a:bodyPr>
          <a:lstStyle>
            <a:lvl1pPr algn="l" defTabSz="914400" rtl="0" eaLnBrk="1" latinLnBrk="0" hangingPunct="1">
              <a:lnSpc>
                <a:spcPct val="90000"/>
              </a:lnSpc>
              <a:spcBef>
                <a:spcPct val="0"/>
              </a:spcBef>
              <a:buNone/>
              <a:defRPr sz="2800" b="1" i="0" kern="1200">
                <a:solidFill>
                  <a:schemeClr val="bg1"/>
                </a:solidFill>
                <a:latin typeface="Century Gothic" panose="020B0502020202020204" pitchFamily="34" charset="0"/>
                <a:ea typeface="+mj-ea"/>
                <a:cs typeface="+mj-cs"/>
              </a:defRPr>
            </a:lvl1pPr>
          </a:lstStyle>
          <a:p>
            <a:pPr fontAlgn="auto">
              <a:spcAft>
                <a:spcPts val="0"/>
              </a:spcAft>
              <a:defRPr/>
            </a:pPr>
            <a:r>
              <a:rPr lang="en-GB" sz="2400" dirty="0"/>
              <a:t>CLICK TO EDIT MASTER TITLE STYLE</a:t>
            </a:r>
            <a:endParaRPr lang="en-US" sz="2400" dirty="0"/>
          </a:p>
        </p:txBody>
      </p:sp>
      <p:sp>
        <p:nvSpPr>
          <p:cNvPr id="3" name="Text Placeholder 2"/>
          <p:cNvSpPr>
            <a:spLocks noGrp="1"/>
          </p:cNvSpPr>
          <p:nvPr>
            <p:ph type="body" idx="1"/>
          </p:nvPr>
        </p:nvSpPr>
        <p:spPr>
          <a:xfrm>
            <a:off x="360000" y="1080528"/>
            <a:ext cx="5554800" cy="315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360000" y="1559859"/>
            <a:ext cx="5554800" cy="40291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277200" y="1089439"/>
            <a:ext cx="5554800" cy="315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77200" y="1568770"/>
            <a:ext cx="5554800" cy="40291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2CED3AA-7B30-B5EA-D64F-825A21735398}"/>
              </a:ext>
            </a:extLst>
          </p:cNvPr>
          <p:cNvSpPr>
            <a:spLocks noGrp="1"/>
          </p:cNvSpPr>
          <p:nvPr>
            <p:ph type="dt" sz="half" idx="10"/>
          </p:nvPr>
        </p:nvSpPr>
        <p:spPr/>
        <p:txBody>
          <a:bodyPr/>
          <a:lstStyle>
            <a:lvl1pPr>
              <a:defRPr/>
            </a:lvl1pPr>
          </a:lstStyle>
          <a:p>
            <a:pPr>
              <a:defRPr/>
            </a:pPr>
            <a:fld id="{2CD10A92-2294-F24B-8E23-C59A5B75C28B}" type="datetimeFigureOut">
              <a:rPr lang="en-US"/>
              <a:pPr>
                <a:defRPr/>
              </a:pPr>
              <a:t>10/14/2026</a:t>
            </a:fld>
            <a:r>
              <a:rPr lang="en-US" dirty="0"/>
              <a:t> - </a:t>
            </a:r>
            <a:fld id="{54182EAF-87D5-CB44-A687-91E50E4E6201}" type="slidenum">
              <a:rPr lang="en-US"/>
              <a:pPr>
                <a:defRPr/>
              </a:pPr>
              <a:t>‹#›</a:t>
            </a:fld>
            <a:endParaRPr lang="en-US" dirty="0"/>
          </a:p>
        </p:txBody>
      </p:sp>
      <p:sp>
        <p:nvSpPr>
          <p:cNvPr id="8" name="Footer Placeholder 4">
            <a:extLst>
              <a:ext uri="{FF2B5EF4-FFF2-40B4-BE49-F238E27FC236}">
                <a16:creationId xmlns:a16="http://schemas.microsoft.com/office/drawing/2014/main" id="{5B8B236D-311B-AB67-D124-D8A880F41531}"/>
              </a:ext>
            </a:extLst>
          </p:cNvPr>
          <p:cNvSpPr>
            <a:spLocks noGrp="1"/>
          </p:cNvSpPr>
          <p:nvPr>
            <p:ph type="ftr" sz="quarter" idx="11"/>
          </p:nvPr>
        </p:nvSpPr>
        <p:spPr/>
        <p:txBody>
          <a:bodyPr/>
          <a:lstStyle>
            <a:lvl1pPr algn="l">
              <a:defRPr sz="1100" b="0" i="0">
                <a:solidFill>
                  <a:schemeClr val="tx1">
                    <a:lumMod val="65000"/>
                  </a:schemeClr>
                </a:solidFill>
                <a:latin typeface="Century Gothic" panose="020B0502020202020204" pitchFamily="34" charset="0"/>
              </a:defRPr>
            </a:lvl1pPr>
          </a:lstStyle>
          <a:p>
            <a:pPr>
              <a:defRPr/>
            </a:pPr>
            <a:r>
              <a:rPr lang="en-US"/>
              <a:t>CONFIDENTIAL / NOT FOR EXTERNAL DISTRIBUTION / </a:t>
            </a:r>
            <a:r>
              <a:rPr lang="en-US" b="1"/>
              <a:t>THE COLLECTIVE</a:t>
            </a:r>
          </a:p>
        </p:txBody>
      </p:sp>
    </p:spTree>
    <p:extLst>
      <p:ext uri="{BB962C8B-B14F-4D97-AF65-F5344CB8AC3E}">
        <p14:creationId xmlns:p14="http://schemas.microsoft.com/office/powerpoint/2010/main" val="13364534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 Column Text Slide">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C8B0CEB-4795-FCF7-1DB3-0D07ACF5707C}"/>
              </a:ext>
            </a:extLst>
          </p:cNvPr>
          <p:cNvSpPr txBox="1">
            <a:spLocks/>
          </p:cNvSpPr>
          <p:nvPr/>
        </p:nvSpPr>
        <p:spPr>
          <a:xfrm>
            <a:off x="360363" y="304800"/>
            <a:ext cx="9474200" cy="415925"/>
          </a:xfrm>
          <a:prstGeom prst="rect">
            <a:avLst/>
          </a:prstGeom>
        </p:spPr>
        <p:txBody>
          <a:bodyPr anchor="b">
            <a:normAutofit lnSpcReduction="10000"/>
          </a:bodyPr>
          <a:lstStyle>
            <a:lvl1pPr algn="l" defTabSz="914400" rtl="0" eaLnBrk="1" latinLnBrk="0" hangingPunct="1">
              <a:lnSpc>
                <a:spcPct val="90000"/>
              </a:lnSpc>
              <a:spcBef>
                <a:spcPct val="0"/>
              </a:spcBef>
              <a:buNone/>
              <a:defRPr sz="2800" b="1" i="0" kern="1200">
                <a:solidFill>
                  <a:schemeClr val="bg1"/>
                </a:solidFill>
                <a:latin typeface="Century Gothic" panose="020B0502020202020204" pitchFamily="34" charset="0"/>
                <a:ea typeface="+mj-ea"/>
                <a:cs typeface="+mj-cs"/>
              </a:defRPr>
            </a:lvl1pPr>
          </a:lstStyle>
          <a:p>
            <a:pPr fontAlgn="auto">
              <a:spcAft>
                <a:spcPts val="0"/>
              </a:spcAft>
              <a:defRPr/>
            </a:pPr>
            <a:r>
              <a:rPr lang="en-GB" sz="2400" dirty="0"/>
              <a:t>CLICK TO EDIT MASTER TITLE STYLE</a:t>
            </a:r>
            <a:endParaRPr lang="en-US" sz="2400" dirty="0"/>
          </a:p>
        </p:txBody>
      </p:sp>
      <p:sp>
        <p:nvSpPr>
          <p:cNvPr id="4" name="Text Placeholder 3"/>
          <p:cNvSpPr>
            <a:spLocks noGrp="1"/>
          </p:cNvSpPr>
          <p:nvPr>
            <p:ph type="body" sz="half" idx="2"/>
          </p:nvPr>
        </p:nvSpPr>
        <p:spPr>
          <a:xfrm>
            <a:off x="360000" y="987425"/>
            <a:ext cx="4412025" cy="4881563"/>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ext Placeholder 2"/>
          <p:cNvSpPr>
            <a:spLocks noGrp="1"/>
          </p:cNvSpPr>
          <p:nvPr>
            <p:ph idx="13"/>
          </p:nvPr>
        </p:nvSpPr>
        <p:spPr>
          <a:xfrm>
            <a:off x="5183188" y="987425"/>
            <a:ext cx="6639667" cy="4881563"/>
          </a:xfrm>
          <a:prstGeom prst="rect">
            <a:avLst/>
          </a:prstGeom>
        </p:spPr>
        <p:txBody>
          <a:bodyPr rtlCol="0">
            <a:normAutofit/>
          </a:bodyPr>
          <a:lstStyle>
            <a:lvl1pPr>
              <a:defRPr>
                <a:solidFill>
                  <a:schemeClr val="tx2">
                    <a:lumMod val="50000"/>
                  </a:schemeClr>
                </a:solidFill>
              </a:defRPr>
            </a:lvl1pPr>
            <a:lvl2pPr>
              <a:defRPr>
                <a:solidFill>
                  <a:schemeClr val="tx2">
                    <a:lumMod val="50000"/>
                  </a:schemeClr>
                </a:solidFill>
              </a:defRPr>
            </a:lvl2pPr>
            <a:lvl3pPr>
              <a:defRPr>
                <a:solidFill>
                  <a:schemeClr val="tx2">
                    <a:lumMod val="50000"/>
                  </a:schemeClr>
                </a:solidFill>
              </a:defRPr>
            </a:lvl3pPr>
            <a:lvl4pPr>
              <a:defRPr>
                <a:solidFill>
                  <a:schemeClr val="tx2">
                    <a:lumMod val="50000"/>
                  </a:schemeClr>
                </a:solidFill>
              </a:defRPr>
            </a:lvl4pPr>
            <a:lvl5pPr>
              <a:defRPr>
                <a:solidFill>
                  <a:schemeClr val="tx2">
                    <a:lumMod val="50000"/>
                  </a:schemeClr>
                </a:solidFill>
              </a:defRPr>
            </a:lvl5pPr>
          </a:lstStyle>
          <a:p>
            <a:pPr lvl="0"/>
            <a:r>
              <a:rPr lang="en-US" noProof="0"/>
              <a:t>Click to edit Master text styles</a:t>
            </a:r>
          </a:p>
        </p:txBody>
      </p:sp>
      <p:sp>
        <p:nvSpPr>
          <p:cNvPr id="3" name="Date Placeholder 4">
            <a:extLst>
              <a:ext uri="{FF2B5EF4-FFF2-40B4-BE49-F238E27FC236}">
                <a16:creationId xmlns:a16="http://schemas.microsoft.com/office/drawing/2014/main" id="{5B1C5469-6355-6C80-E435-8EC37B848B45}"/>
              </a:ext>
            </a:extLst>
          </p:cNvPr>
          <p:cNvSpPr>
            <a:spLocks noGrp="1"/>
          </p:cNvSpPr>
          <p:nvPr>
            <p:ph type="dt" sz="half" idx="14"/>
          </p:nvPr>
        </p:nvSpPr>
        <p:spPr/>
        <p:txBody>
          <a:bodyPr/>
          <a:lstStyle>
            <a:lvl1pPr>
              <a:defRPr/>
            </a:lvl1pPr>
          </a:lstStyle>
          <a:p>
            <a:pPr>
              <a:defRPr/>
            </a:pPr>
            <a:fld id="{2464F0B8-CA15-AC46-B41B-DC7D9B3B40A6}" type="datetimeFigureOut">
              <a:rPr lang="en-US"/>
              <a:pPr>
                <a:defRPr/>
              </a:pPr>
              <a:t>10/14/2026</a:t>
            </a:fld>
            <a:r>
              <a:rPr lang="en-US" dirty="0"/>
              <a:t> - </a:t>
            </a:r>
            <a:fld id="{92135EF0-A8A6-D545-B0AB-BE839A366810}" type="slidenum">
              <a:rPr lang="en-US"/>
              <a:pPr>
                <a:defRPr/>
              </a:pPr>
              <a:t>‹#›</a:t>
            </a:fld>
            <a:endParaRPr lang="en-US" dirty="0"/>
          </a:p>
        </p:txBody>
      </p:sp>
      <p:sp>
        <p:nvSpPr>
          <p:cNvPr id="5" name="Footer Placeholder 4">
            <a:extLst>
              <a:ext uri="{FF2B5EF4-FFF2-40B4-BE49-F238E27FC236}">
                <a16:creationId xmlns:a16="http://schemas.microsoft.com/office/drawing/2014/main" id="{FABD4366-E080-91E2-BDC9-905C5D1AB8C3}"/>
              </a:ext>
            </a:extLst>
          </p:cNvPr>
          <p:cNvSpPr>
            <a:spLocks noGrp="1"/>
          </p:cNvSpPr>
          <p:nvPr>
            <p:ph type="ftr" sz="quarter" idx="15"/>
          </p:nvPr>
        </p:nvSpPr>
        <p:spPr/>
        <p:txBody>
          <a:bodyPr/>
          <a:lstStyle>
            <a:lvl1pPr algn="l">
              <a:defRPr sz="1100" b="0" i="0">
                <a:solidFill>
                  <a:schemeClr val="tx1">
                    <a:lumMod val="65000"/>
                  </a:schemeClr>
                </a:solidFill>
                <a:latin typeface="Century Gothic" panose="020B0502020202020204" pitchFamily="34" charset="0"/>
              </a:defRPr>
            </a:lvl1pPr>
          </a:lstStyle>
          <a:p>
            <a:pPr>
              <a:defRPr/>
            </a:pPr>
            <a:r>
              <a:rPr lang="en-US"/>
              <a:t>CONFIDENTIAL / NOT FOR EXTERNAL DISTRIBUTION / </a:t>
            </a:r>
            <a:r>
              <a:rPr lang="en-US" b="1"/>
              <a:t>THE COLLECTIVE</a:t>
            </a:r>
          </a:p>
        </p:txBody>
      </p:sp>
    </p:spTree>
    <p:extLst>
      <p:ext uri="{BB962C8B-B14F-4D97-AF65-F5344CB8AC3E}">
        <p14:creationId xmlns:p14="http://schemas.microsoft.com/office/powerpoint/2010/main" val="5683480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 Column Text Slide">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1664A9A3-C178-1556-1AB5-9502B3DA7C29}"/>
              </a:ext>
            </a:extLst>
          </p:cNvPr>
          <p:cNvSpPr txBox="1">
            <a:spLocks/>
          </p:cNvSpPr>
          <p:nvPr/>
        </p:nvSpPr>
        <p:spPr>
          <a:xfrm>
            <a:off x="360363" y="304800"/>
            <a:ext cx="9474200" cy="415925"/>
          </a:xfrm>
          <a:prstGeom prst="rect">
            <a:avLst/>
          </a:prstGeom>
        </p:spPr>
        <p:txBody>
          <a:bodyPr anchor="b">
            <a:normAutofit lnSpcReduction="10000"/>
          </a:bodyPr>
          <a:lstStyle>
            <a:lvl1pPr algn="l" defTabSz="914400" rtl="0" eaLnBrk="1" latinLnBrk="0" hangingPunct="1">
              <a:lnSpc>
                <a:spcPct val="90000"/>
              </a:lnSpc>
              <a:spcBef>
                <a:spcPct val="0"/>
              </a:spcBef>
              <a:buNone/>
              <a:defRPr sz="2800" b="1" i="0" kern="1200">
                <a:solidFill>
                  <a:schemeClr val="bg1"/>
                </a:solidFill>
                <a:latin typeface="Century Gothic" panose="020B0502020202020204" pitchFamily="34" charset="0"/>
                <a:ea typeface="+mj-ea"/>
                <a:cs typeface="+mj-cs"/>
              </a:defRPr>
            </a:lvl1pPr>
          </a:lstStyle>
          <a:p>
            <a:pPr fontAlgn="auto">
              <a:spcAft>
                <a:spcPts val="0"/>
              </a:spcAft>
              <a:defRPr/>
            </a:pPr>
            <a:r>
              <a:rPr lang="en-GB" sz="2400" dirty="0"/>
              <a:t>CLICK TO EDIT MASTER TITLE STYLE</a:t>
            </a:r>
            <a:endParaRPr lang="en-US" sz="2400" dirty="0"/>
          </a:p>
        </p:txBody>
      </p:sp>
      <p:sp>
        <p:nvSpPr>
          <p:cNvPr id="4" name="Text Placeholder 3"/>
          <p:cNvSpPr>
            <a:spLocks noGrp="1"/>
          </p:cNvSpPr>
          <p:nvPr>
            <p:ph type="body" sz="half" idx="2"/>
          </p:nvPr>
        </p:nvSpPr>
        <p:spPr>
          <a:xfrm>
            <a:off x="360001" y="987425"/>
            <a:ext cx="3512672" cy="4881563"/>
          </a:xfrm>
        </p:spPr>
        <p:txBody>
          <a:bodyPr>
            <a:normAutofit/>
          </a:bodyPr>
          <a:lstStyle>
            <a:lvl1pPr marL="0" indent="0">
              <a:buNone/>
              <a:defRPr sz="1400" b="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2" name="Text Placeholder 3"/>
          <p:cNvSpPr>
            <a:spLocks noGrp="1"/>
          </p:cNvSpPr>
          <p:nvPr>
            <p:ph type="body" sz="half" idx="11"/>
          </p:nvPr>
        </p:nvSpPr>
        <p:spPr>
          <a:xfrm>
            <a:off x="4339664" y="987425"/>
            <a:ext cx="3512672" cy="4881563"/>
          </a:xfrm>
        </p:spPr>
        <p:txBody>
          <a:bodyPr>
            <a:normAutofit/>
          </a:bodyPr>
          <a:lstStyle>
            <a:lvl1pPr marL="0" indent="0">
              <a:buNone/>
              <a:defRPr sz="1400" b="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Text Placeholder 3"/>
          <p:cNvSpPr>
            <a:spLocks noGrp="1"/>
          </p:cNvSpPr>
          <p:nvPr>
            <p:ph type="body" sz="half" idx="12"/>
          </p:nvPr>
        </p:nvSpPr>
        <p:spPr>
          <a:xfrm>
            <a:off x="8319993" y="987425"/>
            <a:ext cx="3512672" cy="4881563"/>
          </a:xfrm>
        </p:spPr>
        <p:txBody>
          <a:bodyPr>
            <a:normAutofit/>
          </a:bodyPr>
          <a:lstStyle>
            <a:lvl1pPr marL="0" indent="0">
              <a:buNone/>
              <a:defRPr sz="1400" b="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Date Placeholder 4">
            <a:extLst>
              <a:ext uri="{FF2B5EF4-FFF2-40B4-BE49-F238E27FC236}">
                <a16:creationId xmlns:a16="http://schemas.microsoft.com/office/drawing/2014/main" id="{5D8CC7B8-D9E6-6086-CF85-E82E0BBC85D2}"/>
              </a:ext>
            </a:extLst>
          </p:cNvPr>
          <p:cNvSpPr>
            <a:spLocks noGrp="1"/>
          </p:cNvSpPr>
          <p:nvPr>
            <p:ph type="dt" sz="half" idx="13"/>
          </p:nvPr>
        </p:nvSpPr>
        <p:spPr/>
        <p:txBody>
          <a:bodyPr/>
          <a:lstStyle>
            <a:lvl1pPr>
              <a:defRPr/>
            </a:lvl1pPr>
          </a:lstStyle>
          <a:p>
            <a:pPr>
              <a:defRPr/>
            </a:pPr>
            <a:fld id="{9C2BD62C-94B6-3645-8034-65F28F0A37C7}" type="datetimeFigureOut">
              <a:rPr lang="en-US"/>
              <a:pPr>
                <a:defRPr/>
              </a:pPr>
              <a:t>10/14/2026</a:t>
            </a:fld>
            <a:r>
              <a:rPr lang="en-US" dirty="0"/>
              <a:t> - </a:t>
            </a:r>
            <a:fld id="{066601A0-9C94-8748-903B-42C6BE3DF84E}" type="slidenum">
              <a:rPr lang="en-US"/>
              <a:pPr>
                <a:defRPr/>
              </a:pPr>
              <a:t>‹#›</a:t>
            </a:fld>
            <a:endParaRPr lang="en-US" dirty="0"/>
          </a:p>
        </p:txBody>
      </p:sp>
      <p:sp>
        <p:nvSpPr>
          <p:cNvPr id="7" name="Footer Placeholder 4">
            <a:extLst>
              <a:ext uri="{FF2B5EF4-FFF2-40B4-BE49-F238E27FC236}">
                <a16:creationId xmlns:a16="http://schemas.microsoft.com/office/drawing/2014/main" id="{7FB3335A-3F55-0C69-7C73-41EC67243117}"/>
              </a:ext>
            </a:extLst>
          </p:cNvPr>
          <p:cNvSpPr>
            <a:spLocks noGrp="1"/>
          </p:cNvSpPr>
          <p:nvPr>
            <p:ph type="ftr" sz="quarter" idx="14"/>
          </p:nvPr>
        </p:nvSpPr>
        <p:spPr/>
        <p:txBody>
          <a:bodyPr/>
          <a:lstStyle>
            <a:lvl1pPr algn="l">
              <a:defRPr sz="1100" b="0" i="0">
                <a:solidFill>
                  <a:schemeClr val="tx1">
                    <a:lumMod val="65000"/>
                  </a:schemeClr>
                </a:solidFill>
                <a:latin typeface="Century Gothic" panose="020B0502020202020204" pitchFamily="34" charset="0"/>
              </a:defRPr>
            </a:lvl1pPr>
          </a:lstStyle>
          <a:p>
            <a:pPr>
              <a:defRPr/>
            </a:pPr>
            <a:r>
              <a:rPr lang="en-US"/>
              <a:t>CONFIDENTIAL / NOT FOR EXTERNAL DISTRIBUTION / </a:t>
            </a:r>
            <a:r>
              <a:rPr lang="en-US" b="1"/>
              <a:t>THE COLLECTIVE</a:t>
            </a:r>
          </a:p>
        </p:txBody>
      </p:sp>
    </p:spTree>
    <p:extLst>
      <p:ext uri="{BB962C8B-B14F-4D97-AF65-F5344CB8AC3E}">
        <p14:creationId xmlns:p14="http://schemas.microsoft.com/office/powerpoint/2010/main" val="644277532"/>
      </p:ext>
    </p:extLst>
  </p:cSld>
  <p:clrMapOvr>
    <a:masterClrMapping/>
  </p:clrMapOvr>
  <p:transition spd="slow"/>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hoto and Text Slide">
    <p:spTree>
      <p:nvGrpSpPr>
        <p:cNvPr id="1" name=""/>
        <p:cNvGrpSpPr/>
        <p:nvPr/>
      </p:nvGrpSpPr>
      <p:grpSpPr>
        <a:xfrm>
          <a:off x="0" y="0"/>
          <a:ext cx="0" cy="0"/>
          <a:chOff x="0" y="0"/>
          <a:chExt cx="0" cy="0"/>
        </a:xfrm>
      </p:grpSpPr>
      <p:sp>
        <p:nvSpPr>
          <p:cNvPr id="2" name="TextBox 5">
            <a:extLst>
              <a:ext uri="{FF2B5EF4-FFF2-40B4-BE49-F238E27FC236}">
                <a16:creationId xmlns:a16="http://schemas.microsoft.com/office/drawing/2014/main" id="{309D7B42-7DDB-A699-23AD-17F45EB24FF4}"/>
              </a:ext>
            </a:extLst>
          </p:cNvPr>
          <p:cNvSpPr txBox="1">
            <a:spLocks noChangeArrowheads="1"/>
          </p:cNvSpPr>
          <p:nvPr/>
        </p:nvSpPr>
        <p:spPr bwMode="auto">
          <a:xfrm>
            <a:off x="360363" y="1354138"/>
            <a:ext cx="4411662" cy="307975"/>
          </a:xfrm>
          <a:prstGeom prst="rect">
            <a:avLst/>
          </a:prstGeom>
          <a:noFill/>
          <a:ln>
            <a:noFill/>
          </a:ln>
        </p:spPr>
        <p:txBody>
          <a:bodyPr>
            <a:spAutoFit/>
          </a:bodyPr>
          <a:lstStyle>
            <a:lvl1pPr>
              <a:defRPr>
                <a:solidFill>
                  <a:schemeClr val="tx1"/>
                </a:solidFill>
                <a:latin typeface="Century Gothic" panose="020B0502020202020204" pitchFamily="34" charset="0"/>
              </a:defRPr>
            </a:lvl1pPr>
            <a:lvl2pPr marL="742950" indent="-285750">
              <a:defRPr>
                <a:solidFill>
                  <a:schemeClr val="tx1"/>
                </a:solidFill>
                <a:latin typeface="Century Gothic" panose="020B0502020202020204" pitchFamily="34" charset="0"/>
              </a:defRPr>
            </a:lvl2pPr>
            <a:lvl3pPr marL="1143000" indent="-228600">
              <a:defRPr>
                <a:solidFill>
                  <a:schemeClr val="tx1"/>
                </a:solidFill>
                <a:latin typeface="Century Gothic" panose="020B0502020202020204" pitchFamily="34" charset="0"/>
              </a:defRPr>
            </a:lvl3pPr>
            <a:lvl4pPr marL="1600200" indent="-228600">
              <a:defRPr>
                <a:solidFill>
                  <a:schemeClr val="tx1"/>
                </a:solidFill>
                <a:latin typeface="Century Gothic" panose="020B0502020202020204" pitchFamily="34" charset="0"/>
              </a:defRPr>
            </a:lvl4pPr>
            <a:lvl5pPr marL="2057400" indent="-228600">
              <a:defRPr>
                <a:solidFill>
                  <a:schemeClr val="tx1"/>
                </a:solidFill>
                <a:latin typeface="Century Gothic" panose="020B0502020202020204" pitchFamily="34" charset="0"/>
              </a:defRPr>
            </a:lvl5pPr>
            <a:lvl6pPr marL="2514600" indent="-228600" fontAlgn="base">
              <a:spcBef>
                <a:spcPct val="0"/>
              </a:spcBef>
              <a:spcAft>
                <a:spcPct val="0"/>
              </a:spcAft>
              <a:defRPr>
                <a:solidFill>
                  <a:schemeClr val="tx1"/>
                </a:solidFill>
                <a:latin typeface="Century Gothic" panose="020B0502020202020204" pitchFamily="34" charset="0"/>
              </a:defRPr>
            </a:lvl6pPr>
            <a:lvl7pPr marL="2971800" indent="-228600" fontAlgn="base">
              <a:spcBef>
                <a:spcPct val="0"/>
              </a:spcBef>
              <a:spcAft>
                <a:spcPct val="0"/>
              </a:spcAft>
              <a:defRPr>
                <a:solidFill>
                  <a:schemeClr val="tx1"/>
                </a:solidFill>
                <a:latin typeface="Century Gothic" panose="020B0502020202020204" pitchFamily="34" charset="0"/>
              </a:defRPr>
            </a:lvl7pPr>
            <a:lvl8pPr marL="3429000" indent="-228600" fontAlgn="base">
              <a:spcBef>
                <a:spcPct val="0"/>
              </a:spcBef>
              <a:spcAft>
                <a:spcPct val="0"/>
              </a:spcAft>
              <a:defRPr>
                <a:solidFill>
                  <a:schemeClr val="tx1"/>
                </a:solidFill>
                <a:latin typeface="Century Gothic" panose="020B0502020202020204" pitchFamily="34" charset="0"/>
              </a:defRPr>
            </a:lvl8pPr>
            <a:lvl9pPr marL="3886200" indent="-228600" fontAlgn="base">
              <a:spcBef>
                <a:spcPct val="0"/>
              </a:spcBef>
              <a:spcAft>
                <a:spcPct val="0"/>
              </a:spcAft>
              <a:defRPr>
                <a:solidFill>
                  <a:schemeClr val="tx1"/>
                </a:solidFill>
                <a:latin typeface="Century Gothic" panose="020B0502020202020204" pitchFamily="34" charset="0"/>
              </a:defRPr>
            </a:lvl9pPr>
          </a:lstStyle>
          <a:p>
            <a:pPr eaLnBrk="1" hangingPunct="1">
              <a:defRPr/>
            </a:pPr>
            <a:r>
              <a:rPr lang="en-GB" altLang="en-US" sz="1400">
                <a:solidFill>
                  <a:srgbClr val="7C7C7C"/>
                </a:solidFill>
              </a:rPr>
              <a:t>Body text in this format</a:t>
            </a:r>
          </a:p>
        </p:txBody>
      </p:sp>
      <p:sp>
        <p:nvSpPr>
          <p:cNvPr id="4" name="Title Placeholder 1">
            <a:extLst>
              <a:ext uri="{FF2B5EF4-FFF2-40B4-BE49-F238E27FC236}">
                <a16:creationId xmlns:a16="http://schemas.microsoft.com/office/drawing/2014/main" id="{6BA8AE2C-F32B-EDBA-CAB6-8839AFAE1A8A}"/>
              </a:ext>
            </a:extLst>
          </p:cNvPr>
          <p:cNvSpPr txBox="1">
            <a:spLocks/>
          </p:cNvSpPr>
          <p:nvPr/>
        </p:nvSpPr>
        <p:spPr>
          <a:xfrm>
            <a:off x="360363" y="304800"/>
            <a:ext cx="9474200" cy="415925"/>
          </a:xfrm>
          <a:prstGeom prst="rect">
            <a:avLst/>
          </a:prstGeom>
        </p:spPr>
        <p:txBody>
          <a:bodyPr anchor="b">
            <a:normAutofit lnSpcReduction="10000"/>
          </a:bodyPr>
          <a:lstStyle>
            <a:lvl1pPr algn="l" defTabSz="914400" rtl="0" eaLnBrk="1" latinLnBrk="0" hangingPunct="1">
              <a:lnSpc>
                <a:spcPct val="90000"/>
              </a:lnSpc>
              <a:spcBef>
                <a:spcPct val="0"/>
              </a:spcBef>
              <a:buNone/>
              <a:defRPr sz="2800" b="1" i="0" kern="1200">
                <a:solidFill>
                  <a:schemeClr val="bg1"/>
                </a:solidFill>
                <a:latin typeface="Century Gothic" panose="020B0502020202020204" pitchFamily="34" charset="0"/>
                <a:ea typeface="+mj-ea"/>
                <a:cs typeface="+mj-cs"/>
              </a:defRPr>
            </a:lvl1pPr>
          </a:lstStyle>
          <a:p>
            <a:pPr fontAlgn="auto">
              <a:spcAft>
                <a:spcPts val="0"/>
              </a:spcAft>
              <a:defRPr/>
            </a:pPr>
            <a:r>
              <a:rPr lang="en-GB" sz="2400" dirty="0"/>
              <a:t>CLICK TO EDIT MASTER TITLE STYLE</a:t>
            </a:r>
            <a:endParaRPr lang="en-US" sz="2400" dirty="0"/>
          </a:p>
        </p:txBody>
      </p:sp>
      <p:sp>
        <p:nvSpPr>
          <p:cNvPr id="3" name="Picture Placeholder 2"/>
          <p:cNvSpPr>
            <a:spLocks noGrp="1"/>
          </p:cNvSpPr>
          <p:nvPr>
            <p:ph type="pic" idx="1"/>
          </p:nvPr>
        </p:nvSpPr>
        <p:spPr>
          <a:xfrm>
            <a:off x="5174223" y="987425"/>
            <a:ext cx="6648632" cy="4881563"/>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8" name="Text Placeholder 3"/>
          <p:cNvSpPr>
            <a:spLocks noGrp="1"/>
          </p:cNvSpPr>
          <p:nvPr>
            <p:ph type="body" sz="half" idx="2"/>
          </p:nvPr>
        </p:nvSpPr>
        <p:spPr>
          <a:xfrm>
            <a:off x="360000" y="987425"/>
            <a:ext cx="4412025" cy="223475"/>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B81B901-B8EE-E661-5266-B25A5919AFB0}"/>
              </a:ext>
            </a:extLst>
          </p:cNvPr>
          <p:cNvSpPr>
            <a:spLocks noGrp="1"/>
          </p:cNvSpPr>
          <p:nvPr>
            <p:ph type="dt" sz="half" idx="10"/>
          </p:nvPr>
        </p:nvSpPr>
        <p:spPr/>
        <p:txBody>
          <a:bodyPr/>
          <a:lstStyle>
            <a:lvl1pPr>
              <a:defRPr/>
            </a:lvl1pPr>
          </a:lstStyle>
          <a:p>
            <a:pPr>
              <a:defRPr/>
            </a:pPr>
            <a:fld id="{A68392F4-FB0A-9345-8A10-77B01DBD3089}" type="datetimeFigureOut">
              <a:rPr lang="en-US"/>
              <a:pPr>
                <a:defRPr/>
              </a:pPr>
              <a:t>10/14/2026</a:t>
            </a:fld>
            <a:r>
              <a:rPr lang="en-US" dirty="0"/>
              <a:t> - </a:t>
            </a:r>
            <a:fld id="{E0E2795B-E974-7E49-923F-75E2F41F13BB}" type="slidenum">
              <a:rPr lang="en-US"/>
              <a:pPr>
                <a:defRPr/>
              </a:pPr>
              <a:t>‹#›</a:t>
            </a:fld>
            <a:endParaRPr lang="en-US" dirty="0"/>
          </a:p>
        </p:txBody>
      </p:sp>
      <p:sp>
        <p:nvSpPr>
          <p:cNvPr id="6" name="Footer Placeholder 4">
            <a:extLst>
              <a:ext uri="{FF2B5EF4-FFF2-40B4-BE49-F238E27FC236}">
                <a16:creationId xmlns:a16="http://schemas.microsoft.com/office/drawing/2014/main" id="{75F5A4FC-ACB6-27ED-6860-38ED4C5F382B}"/>
              </a:ext>
            </a:extLst>
          </p:cNvPr>
          <p:cNvSpPr>
            <a:spLocks noGrp="1"/>
          </p:cNvSpPr>
          <p:nvPr>
            <p:ph type="ftr" sz="quarter" idx="11"/>
          </p:nvPr>
        </p:nvSpPr>
        <p:spPr/>
        <p:txBody>
          <a:bodyPr/>
          <a:lstStyle>
            <a:lvl1pPr algn="l">
              <a:defRPr sz="1100" b="0" i="0">
                <a:solidFill>
                  <a:schemeClr val="tx1">
                    <a:lumMod val="65000"/>
                  </a:schemeClr>
                </a:solidFill>
                <a:latin typeface="Century Gothic" panose="020B0502020202020204" pitchFamily="34" charset="0"/>
              </a:defRPr>
            </a:lvl1pPr>
          </a:lstStyle>
          <a:p>
            <a:pPr>
              <a:defRPr/>
            </a:pPr>
            <a:r>
              <a:rPr lang="en-US"/>
              <a:t>CONFIDENTIAL / NOT FOR EXTERNAL DISTRIBUTION / </a:t>
            </a:r>
            <a:r>
              <a:rPr lang="en-US" b="1"/>
              <a:t>THE COLLECTIVE</a:t>
            </a:r>
          </a:p>
        </p:txBody>
      </p:sp>
    </p:spTree>
    <p:extLst>
      <p:ext uri="{BB962C8B-B14F-4D97-AF65-F5344CB8AC3E}">
        <p14:creationId xmlns:p14="http://schemas.microsoft.com/office/powerpoint/2010/main" val="20115588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k slide">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2C625AA-AC4A-350E-FA3F-AB275BC3BA59}"/>
              </a:ext>
            </a:extLst>
          </p:cNvPr>
          <p:cNvSpPr txBox="1">
            <a:spLocks/>
          </p:cNvSpPr>
          <p:nvPr/>
        </p:nvSpPr>
        <p:spPr>
          <a:xfrm>
            <a:off x="360363" y="304800"/>
            <a:ext cx="9474200" cy="415925"/>
          </a:xfrm>
          <a:prstGeom prst="rect">
            <a:avLst/>
          </a:prstGeom>
        </p:spPr>
        <p:txBody>
          <a:bodyPr anchor="b">
            <a:normAutofit lnSpcReduction="10000"/>
          </a:bodyPr>
          <a:lstStyle>
            <a:lvl1pPr algn="l" defTabSz="914400" rtl="0" eaLnBrk="1" latinLnBrk="0" hangingPunct="1">
              <a:lnSpc>
                <a:spcPct val="90000"/>
              </a:lnSpc>
              <a:spcBef>
                <a:spcPct val="0"/>
              </a:spcBef>
              <a:buNone/>
              <a:defRPr sz="2800" b="1" i="0" kern="1200">
                <a:solidFill>
                  <a:schemeClr val="bg1"/>
                </a:solidFill>
                <a:latin typeface="Century Gothic" panose="020B0502020202020204" pitchFamily="34" charset="0"/>
                <a:ea typeface="+mj-ea"/>
                <a:cs typeface="+mj-cs"/>
              </a:defRPr>
            </a:lvl1pPr>
          </a:lstStyle>
          <a:p>
            <a:pPr fontAlgn="auto">
              <a:spcAft>
                <a:spcPts val="0"/>
              </a:spcAft>
              <a:defRPr/>
            </a:pPr>
            <a:r>
              <a:rPr lang="en-GB" sz="2400" dirty="0"/>
              <a:t>CLICK TO EDIT MASTER TITLE STYLE</a:t>
            </a:r>
            <a:endParaRPr lang="en-US" sz="2400" dirty="0"/>
          </a:p>
        </p:txBody>
      </p:sp>
      <p:sp>
        <p:nvSpPr>
          <p:cNvPr id="3" name="Date Placeholder 2">
            <a:extLst>
              <a:ext uri="{FF2B5EF4-FFF2-40B4-BE49-F238E27FC236}">
                <a16:creationId xmlns:a16="http://schemas.microsoft.com/office/drawing/2014/main" id="{BAE6A7DF-EF64-1D12-5EDA-9C8480533FC7}"/>
              </a:ext>
            </a:extLst>
          </p:cNvPr>
          <p:cNvSpPr>
            <a:spLocks noGrp="1"/>
          </p:cNvSpPr>
          <p:nvPr>
            <p:ph type="dt" sz="half" idx="10"/>
          </p:nvPr>
        </p:nvSpPr>
        <p:spPr/>
        <p:txBody>
          <a:bodyPr/>
          <a:lstStyle>
            <a:lvl1pPr>
              <a:defRPr/>
            </a:lvl1pPr>
          </a:lstStyle>
          <a:p>
            <a:pPr>
              <a:defRPr/>
            </a:pPr>
            <a:fld id="{E5FD70E0-9A14-EE4B-A085-CE08F43934B8}" type="datetimeFigureOut">
              <a:rPr lang="en-US"/>
              <a:pPr>
                <a:defRPr/>
              </a:pPr>
              <a:t>10/14/2026</a:t>
            </a:fld>
            <a:r>
              <a:rPr lang="en-US" dirty="0"/>
              <a:t> - </a:t>
            </a:r>
            <a:fld id="{56FAF323-B5AB-F84E-9015-8EBE498BEEAD}" type="slidenum">
              <a:rPr lang="en-US"/>
              <a:pPr>
                <a:defRPr/>
              </a:pPr>
              <a:t>‹#›</a:t>
            </a:fld>
            <a:endParaRPr lang="en-US" dirty="0"/>
          </a:p>
        </p:txBody>
      </p:sp>
      <p:sp>
        <p:nvSpPr>
          <p:cNvPr id="4" name="Footer Placeholder 4">
            <a:extLst>
              <a:ext uri="{FF2B5EF4-FFF2-40B4-BE49-F238E27FC236}">
                <a16:creationId xmlns:a16="http://schemas.microsoft.com/office/drawing/2014/main" id="{A4AB2F18-6F01-D4C0-47C6-43F1DF2AB175}"/>
              </a:ext>
            </a:extLst>
          </p:cNvPr>
          <p:cNvSpPr>
            <a:spLocks noGrp="1"/>
          </p:cNvSpPr>
          <p:nvPr>
            <p:ph type="ftr" sz="quarter" idx="11"/>
          </p:nvPr>
        </p:nvSpPr>
        <p:spPr/>
        <p:txBody>
          <a:bodyPr/>
          <a:lstStyle>
            <a:lvl1pPr algn="l">
              <a:defRPr sz="1100" b="0" i="0">
                <a:solidFill>
                  <a:schemeClr val="tx1">
                    <a:lumMod val="65000"/>
                  </a:schemeClr>
                </a:solidFill>
                <a:latin typeface="Century Gothic" panose="020B0502020202020204" pitchFamily="34" charset="0"/>
              </a:defRPr>
            </a:lvl1pPr>
          </a:lstStyle>
          <a:p>
            <a:pPr>
              <a:defRPr/>
            </a:pPr>
            <a:r>
              <a:rPr lang="en-US"/>
              <a:t>CONFIDENTIAL / NOT FOR EXTERNAL DISTRIBUTION / </a:t>
            </a:r>
            <a:r>
              <a:rPr lang="en-US" b="1"/>
              <a:t>THE COLLECTIVE</a:t>
            </a:r>
          </a:p>
        </p:txBody>
      </p:sp>
    </p:spTree>
    <p:extLst>
      <p:ext uri="{BB962C8B-B14F-4D97-AF65-F5344CB8AC3E}">
        <p14:creationId xmlns:p14="http://schemas.microsoft.com/office/powerpoint/2010/main" val="4453029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ig photo slide">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CF68E16-EB5A-392C-316E-1590FBE09C58}"/>
              </a:ext>
            </a:extLst>
          </p:cNvPr>
          <p:cNvSpPr txBox="1">
            <a:spLocks/>
          </p:cNvSpPr>
          <p:nvPr/>
        </p:nvSpPr>
        <p:spPr>
          <a:xfrm>
            <a:off x="360363" y="304800"/>
            <a:ext cx="9474200" cy="415925"/>
          </a:xfrm>
          <a:prstGeom prst="rect">
            <a:avLst/>
          </a:prstGeom>
        </p:spPr>
        <p:txBody>
          <a:bodyPr anchor="b">
            <a:normAutofit lnSpcReduction="10000"/>
          </a:bodyPr>
          <a:lstStyle>
            <a:lvl1pPr algn="l" defTabSz="914400" rtl="0" eaLnBrk="1" latinLnBrk="0" hangingPunct="1">
              <a:lnSpc>
                <a:spcPct val="90000"/>
              </a:lnSpc>
              <a:spcBef>
                <a:spcPct val="0"/>
              </a:spcBef>
              <a:buNone/>
              <a:defRPr sz="2800" b="1" i="0" kern="1200">
                <a:solidFill>
                  <a:schemeClr val="bg1"/>
                </a:solidFill>
                <a:latin typeface="Century Gothic" panose="020B0502020202020204" pitchFamily="34" charset="0"/>
                <a:ea typeface="+mj-ea"/>
                <a:cs typeface="+mj-cs"/>
              </a:defRPr>
            </a:lvl1pPr>
          </a:lstStyle>
          <a:p>
            <a:pPr fontAlgn="auto">
              <a:spcAft>
                <a:spcPts val="0"/>
              </a:spcAft>
              <a:defRPr/>
            </a:pPr>
            <a:r>
              <a:rPr lang="en-GB" sz="2400" dirty="0"/>
              <a:t>CLICK TO EDIT MASTER TITLE STYLE</a:t>
            </a:r>
            <a:endParaRPr lang="en-US" sz="2400" dirty="0"/>
          </a:p>
        </p:txBody>
      </p:sp>
      <p:sp>
        <p:nvSpPr>
          <p:cNvPr id="3" name="Picture Placeholder 2"/>
          <p:cNvSpPr>
            <a:spLocks noGrp="1"/>
          </p:cNvSpPr>
          <p:nvPr>
            <p:ph type="pic" idx="1"/>
          </p:nvPr>
        </p:nvSpPr>
        <p:spPr>
          <a:xfrm>
            <a:off x="360000" y="987425"/>
            <a:ext cx="11462855" cy="4881563"/>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Date Placeholder 4">
            <a:extLst>
              <a:ext uri="{FF2B5EF4-FFF2-40B4-BE49-F238E27FC236}">
                <a16:creationId xmlns:a16="http://schemas.microsoft.com/office/drawing/2014/main" id="{21434A4D-C1A7-28DE-0A50-C00829965F49}"/>
              </a:ext>
            </a:extLst>
          </p:cNvPr>
          <p:cNvSpPr>
            <a:spLocks noGrp="1"/>
          </p:cNvSpPr>
          <p:nvPr>
            <p:ph type="dt" sz="half" idx="10"/>
          </p:nvPr>
        </p:nvSpPr>
        <p:spPr/>
        <p:txBody>
          <a:bodyPr/>
          <a:lstStyle>
            <a:lvl1pPr>
              <a:defRPr/>
            </a:lvl1pPr>
          </a:lstStyle>
          <a:p>
            <a:pPr>
              <a:defRPr/>
            </a:pPr>
            <a:fld id="{B35364AD-8AC4-F249-BA65-C86654805B5B}" type="datetimeFigureOut">
              <a:rPr lang="en-US"/>
              <a:pPr>
                <a:defRPr/>
              </a:pPr>
              <a:t>10/14/2026</a:t>
            </a:fld>
            <a:r>
              <a:rPr lang="en-US" dirty="0"/>
              <a:t> - </a:t>
            </a:r>
            <a:fld id="{BD446F16-DA2A-A043-9891-B1241BC0F018}" type="slidenum">
              <a:rPr lang="en-US"/>
              <a:pPr>
                <a:defRPr/>
              </a:pPr>
              <a:t>‹#›</a:t>
            </a:fld>
            <a:endParaRPr lang="en-US" dirty="0"/>
          </a:p>
        </p:txBody>
      </p:sp>
      <p:sp>
        <p:nvSpPr>
          <p:cNvPr id="5" name="Footer Placeholder 4">
            <a:extLst>
              <a:ext uri="{FF2B5EF4-FFF2-40B4-BE49-F238E27FC236}">
                <a16:creationId xmlns:a16="http://schemas.microsoft.com/office/drawing/2014/main" id="{C57F9448-8536-4BCF-5395-CC8DD2395525}"/>
              </a:ext>
            </a:extLst>
          </p:cNvPr>
          <p:cNvSpPr>
            <a:spLocks noGrp="1"/>
          </p:cNvSpPr>
          <p:nvPr>
            <p:ph type="ftr" sz="quarter" idx="11"/>
          </p:nvPr>
        </p:nvSpPr>
        <p:spPr/>
        <p:txBody>
          <a:bodyPr/>
          <a:lstStyle>
            <a:lvl1pPr algn="l">
              <a:defRPr sz="1100" b="0" i="0">
                <a:solidFill>
                  <a:schemeClr val="tx1">
                    <a:lumMod val="65000"/>
                  </a:schemeClr>
                </a:solidFill>
                <a:latin typeface="Century Gothic" panose="020B0502020202020204" pitchFamily="34" charset="0"/>
              </a:defRPr>
            </a:lvl1pPr>
          </a:lstStyle>
          <a:p>
            <a:pPr>
              <a:defRPr/>
            </a:pPr>
            <a:r>
              <a:rPr lang="en-US"/>
              <a:t>CONFIDENTIAL / NOT FOR EXTERNAL DISTRIBUTION / </a:t>
            </a:r>
            <a:r>
              <a:rPr lang="en-US" b="1"/>
              <a:t>THE COLLECTIVE</a:t>
            </a:r>
          </a:p>
        </p:txBody>
      </p:sp>
    </p:spTree>
    <p:extLst>
      <p:ext uri="{BB962C8B-B14F-4D97-AF65-F5344CB8AC3E}">
        <p14:creationId xmlns:p14="http://schemas.microsoft.com/office/powerpoint/2010/main" val="639637696"/>
      </p:ext>
    </p:extLst>
  </p:cSld>
  <p:clrMapOvr>
    <a:masterClrMapping/>
  </p:clrMapOvr>
  <p:transition spd="slow"/>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 Photo Slide">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5AB1EB5-171F-A4DD-11D5-D3D18595DAB6}"/>
              </a:ext>
            </a:extLst>
          </p:cNvPr>
          <p:cNvSpPr txBox="1">
            <a:spLocks/>
          </p:cNvSpPr>
          <p:nvPr/>
        </p:nvSpPr>
        <p:spPr>
          <a:xfrm>
            <a:off x="360363" y="304800"/>
            <a:ext cx="9474200" cy="415925"/>
          </a:xfrm>
          <a:prstGeom prst="rect">
            <a:avLst/>
          </a:prstGeom>
        </p:spPr>
        <p:txBody>
          <a:bodyPr anchor="b">
            <a:normAutofit lnSpcReduction="10000"/>
          </a:bodyPr>
          <a:lstStyle>
            <a:lvl1pPr algn="l" defTabSz="914400" rtl="0" eaLnBrk="1" latinLnBrk="0" hangingPunct="1">
              <a:lnSpc>
                <a:spcPct val="90000"/>
              </a:lnSpc>
              <a:spcBef>
                <a:spcPct val="0"/>
              </a:spcBef>
              <a:buNone/>
              <a:defRPr sz="2800" b="1" i="0" kern="1200">
                <a:solidFill>
                  <a:schemeClr val="bg1"/>
                </a:solidFill>
                <a:latin typeface="Century Gothic" panose="020B0502020202020204" pitchFamily="34" charset="0"/>
                <a:ea typeface="+mj-ea"/>
                <a:cs typeface="+mj-cs"/>
              </a:defRPr>
            </a:lvl1pPr>
          </a:lstStyle>
          <a:p>
            <a:pPr fontAlgn="auto">
              <a:spcAft>
                <a:spcPts val="0"/>
              </a:spcAft>
              <a:defRPr/>
            </a:pPr>
            <a:r>
              <a:rPr lang="en-GB" sz="2400" dirty="0"/>
              <a:t>CLICK TO EDIT MASTER TITLE STYLE</a:t>
            </a:r>
            <a:endParaRPr lang="en-US" sz="2400" dirty="0"/>
          </a:p>
        </p:txBody>
      </p:sp>
      <p:sp>
        <p:nvSpPr>
          <p:cNvPr id="3" name="Picture Placeholder 2"/>
          <p:cNvSpPr>
            <a:spLocks noGrp="1"/>
          </p:cNvSpPr>
          <p:nvPr>
            <p:ph type="pic" idx="1"/>
          </p:nvPr>
        </p:nvSpPr>
        <p:spPr>
          <a:xfrm>
            <a:off x="360001" y="987425"/>
            <a:ext cx="3512672" cy="4881563"/>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Picture Placeholder 2"/>
          <p:cNvSpPr>
            <a:spLocks noGrp="1"/>
          </p:cNvSpPr>
          <p:nvPr>
            <p:ph type="pic" idx="11"/>
          </p:nvPr>
        </p:nvSpPr>
        <p:spPr>
          <a:xfrm>
            <a:off x="4340330" y="987425"/>
            <a:ext cx="3512672" cy="4881563"/>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6" name="Picture Placeholder 2"/>
          <p:cNvSpPr>
            <a:spLocks noGrp="1"/>
          </p:cNvSpPr>
          <p:nvPr>
            <p:ph type="pic" idx="12"/>
          </p:nvPr>
        </p:nvSpPr>
        <p:spPr>
          <a:xfrm>
            <a:off x="8320660" y="987425"/>
            <a:ext cx="3512672" cy="4881563"/>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5" name="Date Placeholder 4">
            <a:extLst>
              <a:ext uri="{FF2B5EF4-FFF2-40B4-BE49-F238E27FC236}">
                <a16:creationId xmlns:a16="http://schemas.microsoft.com/office/drawing/2014/main" id="{29004FAB-16AC-49CB-2EB8-77163214E36B}"/>
              </a:ext>
            </a:extLst>
          </p:cNvPr>
          <p:cNvSpPr>
            <a:spLocks noGrp="1"/>
          </p:cNvSpPr>
          <p:nvPr>
            <p:ph type="dt" sz="half" idx="13"/>
          </p:nvPr>
        </p:nvSpPr>
        <p:spPr/>
        <p:txBody>
          <a:bodyPr/>
          <a:lstStyle>
            <a:lvl1pPr>
              <a:defRPr/>
            </a:lvl1pPr>
          </a:lstStyle>
          <a:p>
            <a:pPr>
              <a:defRPr/>
            </a:pPr>
            <a:fld id="{00DDCC7E-1FBF-F54E-A106-812AC4747D1B}" type="datetimeFigureOut">
              <a:rPr lang="en-US"/>
              <a:pPr>
                <a:defRPr/>
              </a:pPr>
              <a:t>10/14/2026</a:t>
            </a:fld>
            <a:r>
              <a:rPr lang="en-US" dirty="0"/>
              <a:t> - </a:t>
            </a:r>
            <a:fld id="{1147C8E8-B9C3-C643-9AA2-F325D0DF10A5}" type="slidenum">
              <a:rPr lang="en-US"/>
              <a:pPr>
                <a:defRPr/>
              </a:pPr>
              <a:t>‹#›</a:t>
            </a:fld>
            <a:endParaRPr lang="en-US" dirty="0"/>
          </a:p>
        </p:txBody>
      </p:sp>
      <p:sp>
        <p:nvSpPr>
          <p:cNvPr id="7" name="Footer Placeholder 4">
            <a:extLst>
              <a:ext uri="{FF2B5EF4-FFF2-40B4-BE49-F238E27FC236}">
                <a16:creationId xmlns:a16="http://schemas.microsoft.com/office/drawing/2014/main" id="{CBDC5C7D-9004-82E5-B094-D3EBBE8CA78F}"/>
              </a:ext>
            </a:extLst>
          </p:cNvPr>
          <p:cNvSpPr>
            <a:spLocks noGrp="1"/>
          </p:cNvSpPr>
          <p:nvPr>
            <p:ph type="ftr" sz="quarter" idx="14"/>
          </p:nvPr>
        </p:nvSpPr>
        <p:spPr/>
        <p:txBody>
          <a:bodyPr/>
          <a:lstStyle>
            <a:lvl1pPr algn="l">
              <a:defRPr sz="1100" b="0" i="0">
                <a:solidFill>
                  <a:schemeClr val="tx1">
                    <a:lumMod val="65000"/>
                  </a:schemeClr>
                </a:solidFill>
                <a:latin typeface="Century Gothic" panose="020B0502020202020204" pitchFamily="34" charset="0"/>
              </a:defRPr>
            </a:lvl1pPr>
          </a:lstStyle>
          <a:p>
            <a:pPr>
              <a:defRPr/>
            </a:pPr>
            <a:r>
              <a:rPr lang="en-US"/>
              <a:t>CONFIDENTIAL / NOT FOR EXTERNAL DISTRIBUTION / </a:t>
            </a:r>
            <a:r>
              <a:rPr lang="en-US" b="1"/>
              <a:t>THE COLLECTIVE</a:t>
            </a:r>
          </a:p>
        </p:txBody>
      </p:sp>
    </p:spTree>
    <p:extLst>
      <p:ext uri="{BB962C8B-B14F-4D97-AF65-F5344CB8AC3E}">
        <p14:creationId xmlns:p14="http://schemas.microsoft.com/office/powerpoint/2010/main" val="1993526695"/>
      </p:ext>
    </p:extLst>
  </p:cSld>
  <p:clrMapOvr>
    <a:masterClrMapping/>
  </p:clrMapOvr>
  <p:transition spd="slow"/>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6 Photo Slide">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087A332-36A4-F5FE-A8C9-CDA9F8116CA5}"/>
              </a:ext>
            </a:extLst>
          </p:cNvPr>
          <p:cNvSpPr txBox="1">
            <a:spLocks/>
          </p:cNvSpPr>
          <p:nvPr/>
        </p:nvSpPr>
        <p:spPr>
          <a:xfrm>
            <a:off x="360363" y="304800"/>
            <a:ext cx="9474200" cy="415925"/>
          </a:xfrm>
          <a:prstGeom prst="rect">
            <a:avLst/>
          </a:prstGeom>
        </p:spPr>
        <p:txBody>
          <a:bodyPr anchor="b">
            <a:normAutofit lnSpcReduction="10000"/>
          </a:bodyPr>
          <a:lstStyle>
            <a:lvl1pPr algn="l" defTabSz="914400" rtl="0" eaLnBrk="1" latinLnBrk="0" hangingPunct="1">
              <a:lnSpc>
                <a:spcPct val="90000"/>
              </a:lnSpc>
              <a:spcBef>
                <a:spcPct val="0"/>
              </a:spcBef>
              <a:buNone/>
              <a:defRPr sz="2800" b="1" i="0" kern="1200">
                <a:solidFill>
                  <a:schemeClr val="bg1"/>
                </a:solidFill>
                <a:latin typeface="Century Gothic" panose="020B0502020202020204" pitchFamily="34" charset="0"/>
                <a:ea typeface="+mj-ea"/>
                <a:cs typeface="+mj-cs"/>
              </a:defRPr>
            </a:lvl1pPr>
          </a:lstStyle>
          <a:p>
            <a:pPr fontAlgn="auto">
              <a:spcAft>
                <a:spcPts val="0"/>
              </a:spcAft>
              <a:defRPr/>
            </a:pPr>
            <a:r>
              <a:rPr lang="en-GB" sz="2400" dirty="0"/>
              <a:t>CLICK TO EDIT MASTER TITLE STYLE</a:t>
            </a:r>
            <a:endParaRPr lang="en-US" sz="2400" dirty="0"/>
          </a:p>
        </p:txBody>
      </p:sp>
      <p:sp>
        <p:nvSpPr>
          <p:cNvPr id="3" name="Picture Placeholder 2"/>
          <p:cNvSpPr>
            <a:spLocks noGrp="1"/>
          </p:cNvSpPr>
          <p:nvPr>
            <p:ph type="pic" idx="1"/>
          </p:nvPr>
        </p:nvSpPr>
        <p:spPr>
          <a:xfrm>
            <a:off x="360000" y="987425"/>
            <a:ext cx="3656107" cy="244157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Picture Placeholder 2"/>
          <p:cNvSpPr>
            <a:spLocks noGrp="1"/>
          </p:cNvSpPr>
          <p:nvPr>
            <p:ph type="pic" idx="11"/>
          </p:nvPr>
        </p:nvSpPr>
        <p:spPr>
          <a:xfrm>
            <a:off x="4267865" y="987425"/>
            <a:ext cx="3657600" cy="244157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7" name="Picture Placeholder 2"/>
          <p:cNvSpPr>
            <a:spLocks noGrp="1"/>
          </p:cNvSpPr>
          <p:nvPr>
            <p:ph type="pic" idx="13"/>
          </p:nvPr>
        </p:nvSpPr>
        <p:spPr>
          <a:xfrm>
            <a:off x="360000" y="3587189"/>
            <a:ext cx="3656107" cy="244157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8" name="Picture Placeholder 2"/>
          <p:cNvSpPr>
            <a:spLocks noGrp="1"/>
          </p:cNvSpPr>
          <p:nvPr>
            <p:ph type="pic" idx="14"/>
          </p:nvPr>
        </p:nvSpPr>
        <p:spPr>
          <a:xfrm>
            <a:off x="4267865" y="3587190"/>
            <a:ext cx="3657600" cy="244157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11" name="Picture Placeholder 2"/>
          <p:cNvSpPr>
            <a:spLocks noGrp="1"/>
          </p:cNvSpPr>
          <p:nvPr>
            <p:ph type="pic" idx="15"/>
          </p:nvPr>
        </p:nvSpPr>
        <p:spPr>
          <a:xfrm>
            <a:off x="8177223" y="987425"/>
            <a:ext cx="3656107" cy="244157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12" name="Picture Placeholder 2"/>
          <p:cNvSpPr>
            <a:spLocks noGrp="1"/>
          </p:cNvSpPr>
          <p:nvPr>
            <p:ph type="pic" idx="16"/>
          </p:nvPr>
        </p:nvSpPr>
        <p:spPr>
          <a:xfrm>
            <a:off x="8177223" y="3587189"/>
            <a:ext cx="3656107" cy="244157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5" name="Date Placeholder 4">
            <a:extLst>
              <a:ext uri="{FF2B5EF4-FFF2-40B4-BE49-F238E27FC236}">
                <a16:creationId xmlns:a16="http://schemas.microsoft.com/office/drawing/2014/main" id="{010EC2C6-8F9A-79E0-4343-64E4F7C9C9CF}"/>
              </a:ext>
            </a:extLst>
          </p:cNvPr>
          <p:cNvSpPr>
            <a:spLocks noGrp="1"/>
          </p:cNvSpPr>
          <p:nvPr>
            <p:ph type="dt" sz="half" idx="17"/>
          </p:nvPr>
        </p:nvSpPr>
        <p:spPr/>
        <p:txBody>
          <a:bodyPr/>
          <a:lstStyle>
            <a:lvl1pPr>
              <a:defRPr/>
            </a:lvl1pPr>
          </a:lstStyle>
          <a:p>
            <a:pPr>
              <a:defRPr/>
            </a:pPr>
            <a:fld id="{54F915C6-4733-AB4D-AFF5-C7F34B0383DB}" type="datetimeFigureOut">
              <a:rPr lang="en-US"/>
              <a:pPr>
                <a:defRPr/>
              </a:pPr>
              <a:t>10/14/2026</a:t>
            </a:fld>
            <a:r>
              <a:rPr lang="en-US" dirty="0"/>
              <a:t> - </a:t>
            </a:r>
            <a:fld id="{F5CC9A47-EAAD-A548-95BF-71ED106E5F15}" type="slidenum">
              <a:rPr lang="en-US"/>
              <a:pPr>
                <a:defRPr/>
              </a:pPr>
              <a:t>‹#›</a:t>
            </a:fld>
            <a:endParaRPr lang="en-US" dirty="0"/>
          </a:p>
        </p:txBody>
      </p:sp>
      <p:sp>
        <p:nvSpPr>
          <p:cNvPr id="6" name="Footer Placeholder 4">
            <a:extLst>
              <a:ext uri="{FF2B5EF4-FFF2-40B4-BE49-F238E27FC236}">
                <a16:creationId xmlns:a16="http://schemas.microsoft.com/office/drawing/2014/main" id="{C9469532-205C-E455-AEC9-7E8490C88162}"/>
              </a:ext>
            </a:extLst>
          </p:cNvPr>
          <p:cNvSpPr>
            <a:spLocks noGrp="1"/>
          </p:cNvSpPr>
          <p:nvPr>
            <p:ph type="ftr" sz="quarter" idx="18"/>
          </p:nvPr>
        </p:nvSpPr>
        <p:spPr/>
        <p:txBody>
          <a:bodyPr/>
          <a:lstStyle>
            <a:lvl1pPr algn="l">
              <a:defRPr sz="1100" b="0" i="0">
                <a:solidFill>
                  <a:schemeClr val="tx1">
                    <a:lumMod val="65000"/>
                  </a:schemeClr>
                </a:solidFill>
                <a:latin typeface="Century Gothic" panose="020B0502020202020204" pitchFamily="34" charset="0"/>
              </a:defRPr>
            </a:lvl1pPr>
          </a:lstStyle>
          <a:p>
            <a:pPr>
              <a:defRPr/>
            </a:pPr>
            <a:r>
              <a:rPr lang="en-US"/>
              <a:t>CONFIDENTIAL / NOT FOR EXTERNAL DISTRIBUTION / </a:t>
            </a:r>
            <a:r>
              <a:rPr lang="en-US" b="1"/>
              <a:t>THE COLLECTIVE</a:t>
            </a:r>
          </a:p>
        </p:txBody>
      </p:sp>
    </p:spTree>
    <p:extLst>
      <p:ext uri="{BB962C8B-B14F-4D97-AF65-F5344CB8AC3E}">
        <p14:creationId xmlns:p14="http://schemas.microsoft.com/office/powerpoint/2010/main" val="2748907537"/>
      </p:ext>
    </p:extLst>
  </p:cSld>
  <p:clrMapOvr>
    <a:masterClrMapping/>
  </p:clrMapOvr>
  <p:transition spd="slow"/>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hart Slide">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5ABFD87-6FA4-A14B-6692-C7FCB67AC74D}"/>
              </a:ext>
            </a:extLst>
          </p:cNvPr>
          <p:cNvSpPr txBox="1">
            <a:spLocks/>
          </p:cNvSpPr>
          <p:nvPr/>
        </p:nvSpPr>
        <p:spPr>
          <a:xfrm>
            <a:off x="360363" y="304800"/>
            <a:ext cx="9474200" cy="415925"/>
          </a:xfrm>
          <a:prstGeom prst="rect">
            <a:avLst/>
          </a:prstGeom>
        </p:spPr>
        <p:txBody>
          <a:bodyPr anchor="b">
            <a:normAutofit lnSpcReduction="10000"/>
          </a:bodyPr>
          <a:lstStyle>
            <a:lvl1pPr algn="l" defTabSz="914400" rtl="0" eaLnBrk="1" latinLnBrk="0" hangingPunct="1">
              <a:lnSpc>
                <a:spcPct val="90000"/>
              </a:lnSpc>
              <a:spcBef>
                <a:spcPct val="0"/>
              </a:spcBef>
              <a:buNone/>
              <a:defRPr sz="2800" b="1" i="0" kern="1200">
                <a:solidFill>
                  <a:schemeClr val="bg1"/>
                </a:solidFill>
                <a:latin typeface="Century Gothic" panose="020B0502020202020204" pitchFamily="34" charset="0"/>
                <a:ea typeface="+mj-ea"/>
                <a:cs typeface="+mj-cs"/>
              </a:defRPr>
            </a:lvl1pPr>
          </a:lstStyle>
          <a:p>
            <a:pPr fontAlgn="auto">
              <a:spcAft>
                <a:spcPts val="0"/>
              </a:spcAft>
              <a:defRPr/>
            </a:pPr>
            <a:r>
              <a:rPr lang="en-GB" sz="2400" dirty="0"/>
              <a:t>CLICK TO EDIT MASTER TITLE STYLE</a:t>
            </a:r>
            <a:endParaRPr lang="en-US" sz="2400" dirty="0"/>
          </a:p>
        </p:txBody>
      </p:sp>
      <p:sp>
        <p:nvSpPr>
          <p:cNvPr id="10" name="Chart Placeholder 7"/>
          <p:cNvSpPr>
            <a:spLocks noGrp="1"/>
          </p:cNvSpPr>
          <p:nvPr>
            <p:ph type="chart" sz="quarter" idx="13"/>
          </p:nvPr>
        </p:nvSpPr>
        <p:spPr>
          <a:xfrm>
            <a:off x="360363" y="958850"/>
            <a:ext cx="11461750" cy="4930775"/>
          </a:xfrm>
        </p:spPr>
        <p:txBody>
          <a:bodyPr rtlCol="0">
            <a:normAutofit/>
          </a:bodyPr>
          <a:lstStyle/>
          <a:p>
            <a:pPr lvl="0"/>
            <a:r>
              <a:rPr lang="en-US" noProof="0"/>
              <a:t>Click icon to add chart</a:t>
            </a:r>
          </a:p>
        </p:txBody>
      </p:sp>
      <p:sp>
        <p:nvSpPr>
          <p:cNvPr id="3" name="Date Placeholder 4">
            <a:extLst>
              <a:ext uri="{FF2B5EF4-FFF2-40B4-BE49-F238E27FC236}">
                <a16:creationId xmlns:a16="http://schemas.microsoft.com/office/drawing/2014/main" id="{B835D9B9-C84E-CD17-342B-CAE305E53F6F}"/>
              </a:ext>
            </a:extLst>
          </p:cNvPr>
          <p:cNvSpPr>
            <a:spLocks noGrp="1"/>
          </p:cNvSpPr>
          <p:nvPr>
            <p:ph type="dt" sz="half" idx="14"/>
          </p:nvPr>
        </p:nvSpPr>
        <p:spPr/>
        <p:txBody>
          <a:bodyPr/>
          <a:lstStyle>
            <a:lvl1pPr>
              <a:defRPr/>
            </a:lvl1pPr>
          </a:lstStyle>
          <a:p>
            <a:pPr>
              <a:defRPr/>
            </a:pPr>
            <a:fld id="{AA2C9C88-EE96-E347-9E53-0716D6D24FBD}" type="datetimeFigureOut">
              <a:rPr lang="en-US"/>
              <a:pPr>
                <a:defRPr/>
              </a:pPr>
              <a:t>10/14/2026</a:t>
            </a:fld>
            <a:r>
              <a:rPr lang="en-US" dirty="0"/>
              <a:t> - </a:t>
            </a:r>
            <a:fld id="{1704C2BE-B774-B04D-9B29-417C11723B7B}" type="slidenum">
              <a:rPr lang="en-US"/>
              <a:pPr>
                <a:defRPr/>
              </a:pPr>
              <a:t>‹#›</a:t>
            </a:fld>
            <a:endParaRPr lang="en-US" dirty="0"/>
          </a:p>
        </p:txBody>
      </p:sp>
      <p:sp>
        <p:nvSpPr>
          <p:cNvPr id="4" name="Footer Placeholder 4">
            <a:extLst>
              <a:ext uri="{FF2B5EF4-FFF2-40B4-BE49-F238E27FC236}">
                <a16:creationId xmlns:a16="http://schemas.microsoft.com/office/drawing/2014/main" id="{65F9731D-7E00-6BEA-996E-B1E0C038E6E7}"/>
              </a:ext>
            </a:extLst>
          </p:cNvPr>
          <p:cNvSpPr>
            <a:spLocks noGrp="1"/>
          </p:cNvSpPr>
          <p:nvPr>
            <p:ph type="ftr" sz="quarter" idx="15"/>
          </p:nvPr>
        </p:nvSpPr>
        <p:spPr/>
        <p:txBody>
          <a:bodyPr/>
          <a:lstStyle>
            <a:lvl1pPr algn="l">
              <a:defRPr sz="1100" b="0" i="0">
                <a:solidFill>
                  <a:schemeClr val="tx1">
                    <a:lumMod val="65000"/>
                  </a:schemeClr>
                </a:solidFill>
                <a:latin typeface="Century Gothic" panose="020B0502020202020204" pitchFamily="34" charset="0"/>
              </a:defRPr>
            </a:lvl1pPr>
          </a:lstStyle>
          <a:p>
            <a:pPr>
              <a:defRPr/>
            </a:pPr>
            <a:r>
              <a:rPr lang="en-US"/>
              <a:t>CONFIDENTIAL / NOT FOR EXTERNAL DISTRIBUTION / </a:t>
            </a:r>
            <a:r>
              <a:rPr lang="en-US" b="1"/>
              <a:t>THE COLLECTIVE</a:t>
            </a:r>
          </a:p>
        </p:txBody>
      </p:sp>
    </p:spTree>
    <p:extLst>
      <p:ext uri="{BB962C8B-B14F-4D97-AF65-F5344CB8AC3E}">
        <p14:creationId xmlns:p14="http://schemas.microsoft.com/office/powerpoint/2010/main" val="3252276934"/>
      </p:ext>
    </p:extLst>
  </p:cSld>
  <p:clrMapOvr>
    <a:masterClrMapping/>
  </p:clrMapOvr>
  <p:transition spd="slow"/>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Video Slide">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583461A-67BB-2343-00DD-30885D2DA23E}"/>
              </a:ext>
            </a:extLst>
          </p:cNvPr>
          <p:cNvSpPr txBox="1">
            <a:spLocks/>
          </p:cNvSpPr>
          <p:nvPr/>
        </p:nvSpPr>
        <p:spPr>
          <a:xfrm>
            <a:off x="360363" y="304800"/>
            <a:ext cx="9474200" cy="415925"/>
          </a:xfrm>
          <a:prstGeom prst="rect">
            <a:avLst/>
          </a:prstGeom>
        </p:spPr>
        <p:txBody>
          <a:bodyPr anchor="b">
            <a:normAutofit lnSpcReduction="10000"/>
          </a:bodyPr>
          <a:lstStyle>
            <a:lvl1pPr algn="l" defTabSz="914400" rtl="0" eaLnBrk="1" latinLnBrk="0" hangingPunct="1">
              <a:lnSpc>
                <a:spcPct val="90000"/>
              </a:lnSpc>
              <a:spcBef>
                <a:spcPct val="0"/>
              </a:spcBef>
              <a:buNone/>
              <a:defRPr sz="2800" b="1" i="0" kern="1200">
                <a:solidFill>
                  <a:schemeClr val="bg1"/>
                </a:solidFill>
                <a:latin typeface="Century Gothic" panose="020B0502020202020204" pitchFamily="34" charset="0"/>
                <a:ea typeface="+mj-ea"/>
                <a:cs typeface="+mj-cs"/>
              </a:defRPr>
            </a:lvl1pPr>
          </a:lstStyle>
          <a:p>
            <a:pPr fontAlgn="auto">
              <a:spcAft>
                <a:spcPts val="0"/>
              </a:spcAft>
              <a:defRPr/>
            </a:pPr>
            <a:r>
              <a:rPr lang="en-GB" sz="2400" dirty="0"/>
              <a:t>CLICK TO EDIT MASTER TITLE STYLE</a:t>
            </a:r>
            <a:endParaRPr lang="en-US" sz="2400" dirty="0"/>
          </a:p>
        </p:txBody>
      </p:sp>
      <p:sp>
        <p:nvSpPr>
          <p:cNvPr id="4" name="Media Placeholder 2"/>
          <p:cNvSpPr>
            <a:spLocks noGrp="1"/>
          </p:cNvSpPr>
          <p:nvPr>
            <p:ph type="media" sz="quarter" idx="14"/>
          </p:nvPr>
        </p:nvSpPr>
        <p:spPr>
          <a:xfrm>
            <a:off x="360363" y="941388"/>
            <a:ext cx="11461750" cy="4957762"/>
          </a:xfrm>
        </p:spPr>
        <p:txBody>
          <a:bodyPr rtlCol="0">
            <a:normAutofit/>
          </a:bodyPr>
          <a:lstStyle/>
          <a:p>
            <a:pPr lvl="0"/>
            <a:r>
              <a:rPr lang="en-US" noProof="0"/>
              <a:t>Click icon to add media</a:t>
            </a:r>
          </a:p>
        </p:txBody>
      </p:sp>
      <p:sp>
        <p:nvSpPr>
          <p:cNvPr id="3" name="Date Placeholder 4">
            <a:extLst>
              <a:ext uri="{FF2B5EF4-FFF2-40B4-BE49-F238E27FC236}">
                <a16:creationId xmlns:a16="http://schemas.microsoft.com/office/drawing/2014/main" id="{26AD8683-74D0-1E6B-47F7-4544B4CAE80A}"/>
              </a:ext>
            </a:extLst>
          </p:cNvPr>
          <p:cNvSpPr>
            <a:spLocks noGrp="1"/>
          </p:cNvSpPr>
          <p:nvPr>
            <p:ph type="dt" sz="half" idx="15"/>
          </p:nvPr>
        </p:nvSpPr>
        <p:spPr/>
        <p:txBody>
          <a:bodyPr/>
          <a:lstStyle>
            <a:lvl1pPr>
              <a:defRPr/>
            </a:lvl1pPr>
          </a:lstStyle>
          <a:p>
            <a:pPr>
              <a:defRPr/>
            </a:pPr>
            <a:fld id="{527CE78B-DE5A-D84F-B8AF-8EE8D0C01E54}" type="datetimeFigureOut">
              <a:rPr lang="en-US"/>
              <a:pPr>
                <a:defRPr/>
              </a:pPr>
              <a:t>10/14/2026</a:t>
            </a:fld>
            <a:r>
              <a:rPr lang="en-US" dirty="0"/>
              <a:t> - </a:t>
            </a:r>
            <a:fld id="{1E6C6F2D-CE6D-364A-BCF0-CF6969929062}" type="slidenum">
              <a:rPr lang="en-US"/>
              <a:pPr>
                <a:defRPr/>
              </a:pPr>
              <a:t>‹#›</a:t>
            </a:fld>
            <a:endParaRPr lang="en-US" dirty="0"/>
          </a:p>
        </p:txBody>
      </p:sp>
      <p:sp>
        <p:nvSpPr>
          <p:cNvPr id="5" name="Footer Placeholder 4">
            <a:extLst>
              <a:ext uri="{FF2B5EF4-FFF2-40B4-BE49-F238E27FC236}">
                <a16:creationId xmlns:a16="http://schemas.microsoft.com/office/drawing/2014/main" id="{4F07ABD0-31E8-B064-47BC-A54558167737}"/>
              </a:ext>
            </a:extLst>
          </p:cNvPr>
          <p:cNvSpPr>
            <a:spLocks noGrp="1"/>
          </p:cNvSpPr>
          <p:nvPr>
            <p:ph type="ftr" sz="quarter" idx="16"/>
          </p:nvPr>
        </p:nvSpPr>
        <p:spPr/>
        <p:txBody>
          <a:bodyPr/>
          <a:lstStyle>
            <a:lvl1pPr algn="l">
              <a:defRPr sz="1100" b="0" i="0">
                <a:solidFill>
                  <a:schemeClr val="tx1">
                    <a:lumMod val="65000"/>
                  </a:schemeClr>
                </a:solidFill>
                <a:latin typeface="Century Gothic" panose="020B0502020202020204" pitchFamily="34" charset="0"/>
              </a:defRPr>
            </a:lvl1pPr>
          </a:lstStyle>
          <a:p>
            <a:pPr>
              <a:defRPr/>
            </a:pPr>
            <a:r>
              <a:rPr lang="en-US"/>
              <a:t>CONFIDENTIAL / NOT FOR EXTERNAL DISTRIBUTION / </a:t>
            </a:r>
            <a:r>
              <a:rPr lang="en-US" b="1"/>
              <a:t>THE COLLECTIVE</a:t>
            </a:r>
          </a:p>
        </p:txBody>
      </p:sp>
    </p:spTree>
    <p:extLst>
      <p:ext uri="{BB962C8B-B14F-4D97-AF65-F5344CB8AC3E}">
        <p14:creationId xmlns:p14="http://schemas.microsoft.com/office/powerpoint/2010/main" val="2093261144"/>
      </p:ext>
    </p:extLst>
  </p:cSld>
  <p:clrMapOvr>
    <a:masterClrMapping/>
  </p:clrMapOvr>
  <p:transition spd="slow"/>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8168DC3-FC68-6212-B674-F9762E9FCA70}"/>
              </a:ext>
            </a:extLst>
          </p:cNvPr>
          <p:cNvSpPr txBox="1">
            <a:spLocks/>
          </p:cNvSpPr>
          <p:nvPr/>
        </p:nvSpPr>
        <p:spPr>
          <a:xfrm>
            <a:off x="360363" y="304800"/>
            <a:ext cx="9474200" cy="415925"/>
          </a:xfrm>
          <a:prstGeom prst="rect">
            <a:avLst/>
          </a:prstGeom>
        </p:spPr>
        <p:txBody>
          <a:bodyPr anchor="b">
            <a:normAutofit lnSpcReduction="10000"/>
          </a:bodyPr>
          <a:lstStyle>
            <a:lvl1pPr algn="l" defTabSz="914400" rtl="0" eaLnBrk="1" latinLnBrk="0" hangingPunct="1">
              <a:lnSpc>
                <a:spcPct val="90000"/>
              </a:lnSpc>
              <a:spcBef>
                <a:spcPct val="0"/>
              </a:spcBef>
              <a:buNone/>
              <a:defRPr sz="2800" b="1" i="0" kern="1200">
                <a:solidFill>
                  <a:schemeClr val="bg1"/>
                </a:solidFill>
                <a:latin typeface="Century Gothic" panose="020B0502020202020204" pitchFamily="34" charset="0"/>
                <a:ea typeface="+mj-ea"/>
                <a:cs typeface="+mj-cs"/>
              </a:defRPr>
            </a:lvl1pPr>
          </a:lstStyle>
          <a:p>
            <a:pPr fontAlgn="auto">
              <a:spcAft>
                <a:spcPts val="0"/>
              </a:spcAft>
              <a:defRPr/>
            </a:pPr>
            <a:r>
              <a:rPr lang="en-GB" sz="2400" dirty="0"/>
              <a:t>CLICK TO EDIT MASTER TITLE STYLE</a:t>
            </a:r>
            <a:endParaRPr lang="en-US" sz="2400" dirty="0"/>
          </a:p>
        </p:txBody>
      </p:sp>
      <p:sp>
        <p:nvSpPr>
          <p:cNvPr id="8" name="Table Placeholder 2"/>
          <p:cNvSpPr>
            <a:spLocks noGrp="1"/>
          </p:cNvSpPr>
          <p:nvPr>
            <p:ph type="tbl" sz="quarter" idx="15"/>
          </p:nvPr>
        </p:nvSpPr>
        <p:spPr>
          <a:xfrm>
            <a:off x="360363" y="941388"/>
            <a:ext cx="11461750" cy="4957762"/>
          </a:xfrm>
        </p:spPr>
        <p:txBody>
          <a:bodyPr rtlCol="0">
            <a:normAutofit/>
          </a:bodyPr>
          <a:lstStyle/>
          <a:p>
            <a:pPr lvl="0"/>
            <a:r>
              <a:rPr lang="en-US" noProof="0"/>
              <a:t>Click icon to add table</a:t>
            </a:r>
          </a:p>
        </p:txBody>
      </p:sp>
      <p:sp>
        <p:nvSpPr>
          <p:cNvPr id="3" name="Date Placeholder 4">
            <a:extLst>
              <a:ext uri="{FF2B5EF4-FFF2-40B4-BE49-F238E27FC236}">
                <a16:creationId xmlns:a16="http://schemas.microsoft.com/office/drawing/2014/main" id="{E7CFCB48-0192-152A-C90F-CFA0EEDED6C7}"/>
              </a:ext>
            </a:extLst>
          </p:cNvPr>
          <p:cNvSpPr>
            <a:spLocks noGrp="1"/>
          </p:cNvSpPr>
          <p:nvPr>
            <p:ph type="dt" sz="half" idx="16"/>
          </p:nvPr>
        </p:nvSpPr>
        <p:spPr/>
        <p:txBody>
          <a:bodyPr/>
          <a:lstStyle>
            <a:lvl1pPr>
              <a:defRPr/>
            </a:lvl1pPr>
          </a:lstStyle>
          <a:p>
            <a:pPr>
              <a:defRPr/>
            </a:pPr>
            <a:fld id="{A2732087-CF9F-8647-B892-FFFEDD01B5DC}" type="datetimeFigureOut">
              <a:rPr lang="en-US"/>
              <a:pPr>
                <a:defRPr/>
              </a:pPr>
              <a:t>10/14/2026</a:t>
            </a:fld>
            <a:r>
              <a:rPr lang="en-US" dirty="0"/>
              <a:t> - </a:t>
            </a:r>
            <a:fld id="{AFDE1AD2-6BD3-CC48-BDA3-649EDD6E36A1}" type="slidenum">
              <a:rPr lang="en-US"/>
              <a:pPr>
                <a:defRPr/>
              </a:pPr>
              <a:t>‹#›</a:t>
            </a:fld>
            <a:endParaRPr lang="en-US" dirty="0"/>
          </a:p>
        </p:txBody>
      </p:sp>
      <p:sp>
        <p:nvSpPr>
          <p:cNvPr id="4" name="Footer Placeholder 4">
            <a:extLst>
              <a:ext uri="{FF2B5EF4-FFF2-40B4-BE49-F238E27FC236}">
                <a16:creationId xmlns:a16="http://schemas.microsoft.com/office/drawing/2014/main" id="{A4C3DCC2-AF2A-B2D6-2295-B5E52E688921}"/>
              </a:ext>
            </a:extLst>
          </p:cNvPr>
          <p:cNvSpPr>
            <a:spLocks noGrp="1"/>
          </p:cNvSpPr>
          <p:nvPr>
            <p:ph type="ftr" sz="quarter" idx="17"/>
          </p:nvPr>
        </p:nvSpPr>
        <p:spPr/>
        <p:txBody>
          <a:bodyPr/>
          <a:lstStyle>
            <a:lvl1pPr algn="l">
              <a:defRPr sz="1100" b="0" i="0">
                <a:solidFill>
                  <a:schemeClr val="tx1">
                    <a:lumMod val="65000"/>
                  </a:schemeClr>
                </a:solidFill>
                <a:latin typeface="Century Gothic" panose="020B0502020202020204" pitchFamily="34" charset="0"/>
              </a:defRPr>
            </a:lvl1pPr>
          </a:lstStyle>
          <a:p>
            <a:pPr>
              <a:defRPr/>
            </a:pPr>
            <a:r>
              <a:rPr lang="en-US"/>
              <a:t>CONFIDENTIAL / NOT FOR EXTERNAL DISTRIBUTION / </a:t>
            </a:r>
            <a:r>
              <a:rPr lang="en-US" b="1"/>
              <a:t>THE COLLECTIVE</a:t>
            </a:r>
          </a:p>
        </p:txBody>
      </p:sp>
    </p:spTree>
    <p:extLst>
      <p:ext uri="{BB962C8B-B14F-4D97-AF65-F5344CB8AC3E}">
        <p14:creationId xmlns:p14="http://schemas.microsoft.com/office/powerpoint/2010/main" val="4096122427"/>
      </p:ext>
    </p:extLst>
  </p:cSld>
  <p:clrMapOvr>
    <a:masterClrMapping/>
  </p:clrMapOvr>
  <p:transition spd="slow"/>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
        <p:nvSpPr>
          <p:cNvPr id="7" name="TextBox 11">
            <a:extLst>
              <a:ext uri="{FF2B5EF4-FFF2-40B4-BE49-F238E27FC236}">
                <a16:creationId xmlns:a16="http://schemas.microsoft.com/office/drawing/2014/main" id="{FB73E884-2DE4-4178-94ED-29DA513B91C1}"/>
              </a:ext>
            </a:extLst>
          </p:cNvPr>
          <p:cNvSpPr txBox="1"/>
          <p:nvPr userDrawn="1"/>
        </p:nvSpPr>
        <p:spPr>
          <a:xfrm>
            <a:off x="387214" y="231802"/>
            <a:ext cx="7621972" cy="738662"/>
          </a:xfrm>
          <a:prstGeom prst="rect">
            <a:avLst/>
          </a:prstGeom>
          <a:ln w="254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tIns="91439" bIns="91439">
            <a:spAutoFit/>
          </a:bodyPr>
          <a:lstStyle>
            <a:lvl1pPr algn="ctr">
              <a:defRPr sz="6200">
                <a:solidFill>
                  <a:srgbClr val="212121"/>
                </a:solidFill>
                <a:latin typeface="StratumNo1-Black"/>
                <a:ea typeface="StratumNo1-Black"/>
                <a:cs typeface="StratumNo1-Black"/>
                <a:sym typeface="StratumNo1-Black"/>
              </a:defRPr>
            </a:lvl1pPr>
          </a:lstStyle>
          <a:p>
            <a:pPr algn="l"/>
            <a:endParaRPr sz="3600" dirty="0"/>
          </a:p>
        </p:txBody>
      </p:sp>
      <p:sp>
        <p:nvSpPr>
          <p:cNvPr id="12" name="Text Placeholder 9">
            <a:extLst>
              <a:ext uri="{FF2B5EF4-FFF2-40B4-BE49-F238E27FC236}">
                <a16:creationId xmlns:a16="http://schemas.microsoft.com/office/drawing/2014/main" id="{2D7133D3-18E6-47AA-A5A2-BA90549039DE}"/>
              </a:ext>
            </a:extLst>
          </p:cNvPr>
          <p:cNvSpPr>
            <a:spLocks noGrp="1"/>
          </p:cNvSpPr>
          <p:nvPr>
            <p:ph type="body" sz="quarter" idx="10"/>
          </p:nvPr>
        </p:nvSpPr>
        <p:spPr>
          <a:xfrm>
            <a:off x="495300" y="320483"/>
            <a:ext cx="11201400" cy="558800"/>
          </a:xfrm>
          <a:prstGeom prst="rect">
            <a:avLst/>
          </a:prstGeom>
        </p:spPr>
        <p:txBody>
          <a:bodyPr lIns="0" anchor="t"/>
          <a:lstStyle>
            <a:lvl1pPr marL="0" indent="0">
              <a:lnSpc>
                <a:spcPct val="100000"/>
              </a:lnSpc>
              <a:spcBef>
                <a:spcPts val="0"/>
              </a:spcBef>
              <a:buNone/>
              <a:defRPr sz="3200">
                <a:latin typeface="StratumNo1-Black" panose="02000906030000020003" pitchFamily="2" charset="0"/>
              </a:defRPr>
            </a:lvl1pPr>
            <a:lvl2pPr marL="457200" indent="0">
              <a:buNone/>
              <a:defRPr sz="3600">
                <a:latin typeface="StratumNo1-Black" panose="02000906030000020003" pitchFamily="2" charset="0"/>
              </a:defRPr>
            </a:lvl2pPr>
            <a:lvl3pPr marL="914400" indent="0">
              <a:buNone/>
              <a:defRPr sz="3600">
                <a:latin typeface="StratumNo1-Black" panose="02000906030000020003" pitchFamily="2" charset="0"/>
              </a:defRPr>
            </a:lvl3pPr>
            <a:lvl4pPr marL="1371600" indent="0">
              <a:buNone/>
              <a:defRPr sz="3600">
                <a:latin typeface="StratumNo1-Black" panose="02000906030000020003" pitchFamily="2" charset="0"/>
              </a:defRPr>
            </a:lvl4pPr>
            <a:lvl5pPr marL="1828800" indent="0">
              <a:buNone/>
              <a:defRPr sz="3600">
                <a:latin typeface="StratumNo1-Black" panose="02000906030000020003" pitchFamily="2" charset="0"/>
              </a:defRPr>
            </a:lvl5pPr>
          </a:lstStyle>
          <a:p>
            <a:pPr lvl="0"/>
            <a:endParaRPr lang="en-US" dirty="0"/>
          </a:p>
        </p:txBody>
      </p:sp>
    </p:spTree>
    <p:extLst>
      <p:ext uri="{BB962C8B-B14F-4D97-AF65-F5344CB8AC3E}">
        <p14:creationId xmlns:p14="http://schemas.microsoft.com/office/powerpoint/2010/main" val="136719859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Front Cover Slide Opt 5">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BAAA0F7-840B-9B51-5570-76DCCF2B077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a:extLst>
              <a:ext uri="{FF2B5EF4-FFF2-40B4-BE49-F238E27FC236}">
                <a16:creationId xmlns:a16="http://schemas.microsoft.com/office/drawing/2014/main" id="{CE6D5063-DD55-67D6-848A-328F284AC31A}"/>
              </a:ext>
            </a:extLst>
          </p:cNvPr>
          <p:cNvSpPr/>
          <p:nvPr userDrawn="1"/>
        </p:nvSpPr>
        <p:spPr>
          <a:xfrm>
            <a:off x="3449954" y="5167273"/>
            <a:ext cx="5292090" cy="369330"/>
          </a:xfrm>
          <a:prstGeom prst="rect">
            <a:avLst/>
          </a:prstGeom>
          <a:no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ctr" defTabSz="914400" rtl="0" fontAlgn="auto" latinLnBrk="0" hangingPunct="0">
              <a:lnSpc>
                <a:spcPct val="100000"/>
              </a:lnSpc>
              <a:spcBef>
                <a:spcPts val="0"/>
              </a:spcBef>
              <a:spcAft>
                <a:spcPts val="0"/>
              </a:spcAft>
              <a:buClrTx/>
              <a:buSzTx/>
              <a:buFontTx/>
              <a:buNone/>
              <a:tabLst/>
            </a:pPr>
            <a:r>
              <a:rPr kumimoji="0" lang="en-IN" sz="1800" b="1" i="0" u="none" strike="noStrike" cap="none" spc="0" normalizeH="0" baseline="0" dirty="0">
                <a:ln>
                  <a:noFill/>
                </a:ln>
                <a:solidFill>
                  <a:schemeClr val="bg1"/>
                </a:solidFill>
                <a:effectLst/>
                <a:uFillTx/>
                <a:latin typeface="Century Gothic" panose="020B0502020202020204" pitchFamily="34" charset="0"/>
                <a:sym typeface="Arial"/>
              </a:rPr>
              <a:t>in a humble state</a:t>
            </a:r>
          </a:p>
        </p:txBody>
      </p:sp>
      <p:pic>
        <p:nvPicPr>
          <p:cNvPr id="9" name="Picture 8">
            <a:extLst>
              <a:ext uri="{FF2B5EF4-FFF2-40B4-BE49-F238E27FC236}">
                <a16:creationId xmlns:a16="http://schemas.microsoft.com/office/drawing/2014/main" id="{FF599EFD-85FE-C38F-7B1F-29C2E5EC6F54}"/>
              </a:ext>
            </a:extLst>
          </p:cNvPr>
          <p:cNvPicPr>
            <a:picLocks noChangeAspect="1"/>
          </p:cNvPicPr>
          <p:nvPr userDrawn="1"/>
        </p:nvPicPr>
        <p:blipFill>
          <a:blip r:embed="rId3">
            <a:extLst>
              <a:ext uri="{BEBA8EAE-BF5A-486C-A8C5-ECC9F3942E4B}">
                <a14:imgProps xmlns:a14="http://schemas.microsoft.com/office/drawing/2010/main">
                  <a14:imgLayer r:embed="rId4">
                    <a14:imgEffect>
                      <a14:artisticPlasticWrap/>
                    </a14:imgEffect>
                  </a14:imgLayer>
                </a14:imgProps>
              </a:ext>
            </a:extLst>
          </a:blip>
          <a:stretch>
            <a:fillRect/>
          </a:stretch>
        </p:blipFill>
        <p:spPr>
          <a:xfrm>
            <a:off x="4699045" y="2072054"/>
            <a:ext cx="2822332" cy="2822332"/>
          </a:xfrm>
          <a:prstGeom prst="rect">
            <a:avLst/>
          </a:prstGeom>
        </p:spPr>
      </p:pic>
    </p:spTree>
    <p:extLst>
      <p:ext uri="{BB962C8B-B14F-4D97-AF65-F5344CB8AC3E}">
        <p14:creationId xmlns:p14="http://schemas.microsoft.com/office/powerpoint/2010/main" val="2276359710"/>
      </p:ext>
    </p:extLst>
  </p:cSld>
  <p:clrMapOvr>
    <a:masterClrMapping/>
  </p:clrMapOvr>
  <p:transition spd="slow"/>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Front Cover Slide Opt 5">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4CAEB95-CC50-1928-235B-DB217B24930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a:extLst>
              <a:ext uri="{FF2B5EF4-FFF2-40B4-BE49-F238E27FC236}">
                <a16:creationId xmlns:a16="http://schemas.microsoft.com/office/drawing/2014/main" id="{B2ED8D20-D155-FFBC-03DA-5D14DDDB4A65}"/>
              </a:ext>
            </a:extLst>
          </p:cNvPr>
          <p:cNvSpPr txBox="1">
            <a:spLocks noChangeArrowheads="1"/>
          </p:cNvSpPr>
          <p:nvPr/>
        </p:nvSpPr>
        <p:spPr bwMode="auto">
          <a:xfrm>
            <a:off x="4294188" y="984250"/>
            <a:ext cx="3603625" cy="831850"/>
          </a:xfrm>
          <a:prstGeom prst="rect">
            <a:avLst/>
          </a:prstGeom>
          <a:noFill/>
          <a:ln>
            <a:noFill/>
          </a:ln>
        </p:spPr>
        <p:txBody>
          <a:bodyPr>
            <a:spAutoFit/>
          </a:bodyPr>
          <a:lstStyle>
            <a:lvl1pPr>
              <a:defRPr>
                <a:solidFill>
                  <a:schemeClr val="tx1"/>
                </a:solidFill>
                <a:latin typeface="Century Gothic" panose="020B0502020202020204" pitchFamily="34" charset="0"/>
              </a:defRPr>
            </a:lvl1pPr>
            <a:lvl2pPr marL="742950" indent="-285750">
              <a:defRPr>
                <a:solidFill>
                  <a:schemeClr val="tx1"/>
                </a:solidFill>
                <a:latin typeface="Century Gothic" panose="020B0502020202020204" pitchFamily="34" charset="0"/>
              </a:defRPr>
            </a:lvl2pPr>
            <a:lvl3pPr marL="1143000" indent="-228600">
              <a:defRPr>
                <a:solidFill>
                  <a:schemeClr val="tx1"/>
                </a:solidFill>
                <a:latin typeface="Century Gothic" panose="020B0502020202020204" pitchFamily="34" charset="0"/>
              </a:defRPr>
            </a:lvl3pPr>
            <a:lvl4pPr marL="1600200" indent="-228600">
              <a:defRPr>
                <a:solidFill>
                  <a:schemeClr val="tx1"/>
                </a:solidFill>
                <a:latin typeface="Century Gothic" panose="020B0502020202020204" pitchFamily="34" charset="0"/>
              </a:defRPr>
            </a:lvl4pPr>
            <a:lvl5pPr marL="2057400" indent="-228600">
              <a:defRPr>
                <a:solidFill>
                  <a:schemeClr val="tx1"/>
                </a:solidFill>
                <a:latin typeface="Century Gothic" panose="020B0502020202020204" pitchFamily="34" charset="0"/>
              </a:defRPr>
            </a:lvl5pPr>
            <a:lvl6pPr marL="2514600" indent="-228600" eaLnBrk="0" fontAlgn="base" hangingPunct="0">
              <a:spcBef>
                <a:spcPct val="0"/>
              </a:spcBef>
              <a:spcAft>
                <a:spcPct val="0"/>
              </a:spcAft>
              <a:defRPr>
                <a:solidFill>
                  <a:schemeClr val="tx1"/>
                </a:solidFill>
                <a:latin typeface="Century Gothic" panose="020B0502020202020204" pitchFamily="34" charset="0"/>
              </a:defRPr>
            </a:lvl6pPr>
            <a:lvl7pPr marL="2971800" indent="-228600" eaLnBrk="0" fontAlgn="base" hangingPunct="0">
              <a:spcBef>
                <a:spcPct val="0"/>
              </a:spcBef>
              <a:spcAft>
                <a:spcPct val="0"/>
              </a:spcAft>
              <a:defRPr>
                <a:solidFill>
                  <a:schemeClr val="tx1"/>
                </a:solidFill>
                <a:latin typeface="Century Gothic" panose="020B0502020202020204" pitchFamily="34" charset="0"/>
              </a:defRPr>
            </a:lvl7pPr>
            <a:lvl8pPr marL="3429000" indent="-228600" eaLnBrk="0" fontAlgn="base" hangingPunct="0">
              <a:spcBef>
                <a:spcPct val="0"/>
              </a:spcBef>
              <a:spcAft>
                <a:spcPct val="0"/>
              </a:spcAft>
              <a:defRPr>
                <a:solidFill>
                  <a:schemeClr val="tx1"/>
                </a:solidFill>
                <a:latin typeface="Century Gothic" panose="020B0502020202020204" pitchFamily="34" charset="0"/>
              </a:defRPr>
            </a:lvl8pPr>
            <a:lvl9pPr marL="3886200" indent="-228600" eaLnBrk="0" fontAlgn="base" hangingPunct="0">
              <a:spcBef>
                <a:spcPct val="0"/>
              </a:spcBef>
              <a:spcAft>
                <a:spcPct val="0"/>
              </a:spcAft>
              <a:defRPr>
                <a:solidFill>
                  <a:schemeClr val="tx1"/>
                </a:solidFill>
                <a:latin typeface="Century Gothic" panose="020B0502020202020204" pitchFamily="34" charset="0"/>
              </a:defRPr>
            </a:lvl9pPr>
          </a:lstStyle>
          <a:p>
            <a:pPr algn="ctr">
              <a:defRPr/>
            </a:pPr>
            <a:r>
              <a:rPr lang="en-US" altLang="en-US" sz="4800" b="1">
                <a:solidFill>
                  <a:schemeClr val="bg1"/>
                </a:solidFill>
              </a:rPr>
              <a:t>THANK YOU</a:t>
            </a:r>
          </a:p>
        </p:txBody>
      </p:sp>
      <p:sp>
        <p:nvSpPr>
          <p:cNvPr id="4" name="TextBox 3">
            <a:extLst>
              <a:ext uri="{FF2B5EF4-FFF2-40B4-BE49-F238E27FC236}">
                <a16:creationId xmlns:a16="http://schemas.microsoft.com/office/drawing/2014/main" id="{FC126AA6-93A5-E654-441A-634162F688A4}"/>
              </a:ext>
            </a:extLst>
          </p:cNvPr>
          <p:cNvSpPr txBox="1">
            <a:spLocks noChangeArrowheads="1"/>
          </p:cNvSpPr>
          <p:nvPr/>
        </p:nvSpPr>
        <p:spPr bwMode="auto">
          <a:xfrm>
            <a:off x="2449513" y="5041900"/>
            <a:ext cx="7292975" cy="1816100"/>
          </a:xfrm>
          <a:prstGeom prst="rect">
            <a:avLst/>
          </a:prstGeom>
          <a:solidFill>
            <a:srgbClr val="030038"/>
          </a:solidFill>
          <a:ln>
            <a:noFill/>
          </a:ln>
        </p:spPr>
        <p:txBody>
          <a:bodyPr>
            <a:spAutoFit/>
          </a:bodyPr>
          <a:lstStyle>
            <a:lvl1pPr>
              <a:defRPr>
                <a:solidFill>
                  <a:schemeClr val="tx1"/>
                </a:solidFill>
                <a:latin typeface="Century Gothic" panose="020B0502020202020204" pitchFamily="34" charset="0"/>
              </a:defRPr>
            </a:lvl1pPr>
            <a:lvl2pPr marL="742950" indent="-285750">
              <a:defRPr>
                <a:solidFill>
                  <a:schemeClr val="tx1"/>
                </a:solidFill>
                <a:latin typeface="Century Gothic" panose="020B0502020202020204" pitchFamily="34" charset="0"/>
              </a:defRPr>
            </a:lvl2pPr>
            <a:lvl3pPr marL="1143000" indent="-228600">
              <a:defRPr>
                <a:solidFill>
                  <a:schemeClr val="tx1"/>
                </a:solidFill>
                <a:latin typeface="Century Gothic" panose="020B0502020202020204" pitchFamily="34" charset="0"/>
              </a:defRPr>
            </a:lvl3pPr>
            <a:lvl4pPr marL="1600200" indent="-228600">
              <a:defRPr>
                <a:solidFill>
                  <a:schemeClr val="tx1"/>
                </a:solidFill>
                <a:latin typeface="Century Gothic" panose="020B0502020202020204" pitchFamily="34" charset="0"/>
              </a:defRPr>
            </a:lvl4pPr>
            <a:lvl5pPr marL="2057400" indent="-228600">
              <a:defRPr>
                <a:solidFill>
                  <a:schemeClr val="tx1"/>
                </a:solidFill>
                <a:latin typeface="Century Gothic" panose="020B0502020202020204" pitchFamily="34" charset="0"/>
              </a:defRPr>
            </a:lvl5pPr>
            <a:lvl6pPr marL="2514600" indent="-228600" eaLnBrk="0" fontAlgn="base" hangingPunct="0">
              <a:spcBef>
                <a:spcPct val="0"/>
              </a:spcBef>
              <a:spcAft>
                <a:spcPct val="0"/>
              </a:spcAft>
              <a:defRPr>
                <a:solidFill>
                  <a:schemeClr val="tx1"/>
                </a:solidFill>
                <a:latin typeface="Century Gothic" panose="020B0502020202020204" pitchFamily="34" charset="0"/>
              </a:defRPr>
            </a:lvl6pPr>
            <a:lvl7pPr marL="2971800" indent="-228600" eaLnBrk="0" fontAlgn="base" hangingPunct="0">
              <a:spcBef>
                <a:spcPct val="0"/>
              </a:spcBef>
              <a:spcAft>
                <a:spcPct val="0"/>
              </a:spcAft>
              <a:defRPr>
                <a:solidFill>
                  <a:schemeClr val="tx1"/>
                </a:solidFill>
                <a:latin typeface="Century Gothic" panose="020B0502020202020204" pitchFamily="34" charset="0"/>
              </a:defRPr>
            </a:lvl7pPr>
            <a:lvl8pPr marL="3429000" indent="-228600" eaLnBrk="0" fontAlgn="base" hangingPunct="0">
              <a:spcBef>
                <a:spcPct val="0"/>
              </a:spcBef>
              <a:spcAft>
                <a:spcPct val="0"/>
              </a:spcAft>
              <a:defRPr>
                <a:solidFill>
                  <a:schemeClr val="tx1"/>
                </a:solidFill>
                <a:latin typeface="Century Gothic" panose="020B0502020202020204" pitchFamily="34" charset="0"/>
              </a:defRPr>
            </a:lvl8pPr>
            <a:lvl9pPr marL="3886200" indent="-228600" eaLnBrk="0" fontAlgn="base" hangingPunct="0">
              <a:spcBef>
                <a:spcPct val="0"/>
              </a:spcBef>
              <a:spcAft>
                <a:spcPct val="0"/>
              </a:spcAft>
              <a:defRPr>
                <a:solidFill>
                  <a:schemeClr val="tx1"/>
                </a:solidFill>
                <a:latin typeface="Century Gothic" panose="020B0502020202020204" pitchFamily="34" charset="0"/>
              </a:defRPr>
            </a:lvl9pPr>
          </a:lstStyle>
          <a:p>
            <a:pPr algn="just">
              <a:defRPr/>
            </a:pPr>
            <a:r>
              <a:rPr lang="en-IN" altLang="en-US" sz="800" b="1">
                <a:solidFill>
                  <a:srgbClr val="BFBFBF"/>
                </a:solidFill>
              </a:rPr>
              <a:t>DISCLAIMER: </a:t>
            </a:r>
            <a:r>
              <a:rPr lang="en-IN" altLang="en-US" sz="800">
                <a:solidFill>
                  <a:srgbClr val="BFBFBF"/>
                </a:solidFill>
              </a:rPr>
              <a:t>SKH provides a wide array of presentations and reports, with the contributions of various professionals. These presentations and reports are for informational purposes and private circulation only and do not constitute an offer to buy or sell any securities mentioned therein. They do not purport to be a complete description of the markets conditions or developments referred to in the material. While utmost care has been taken in preparing the above, we claim no responsibility for their accuracy. We shall not be liable for any direct or indirect losses arising from the use thereof and the viewers are requested to use the information contained herein at their own risk. These presentations and reports should not be reproduced, re-circulated, published in any media, website or otherwise, in any form or manner, in part or as a whole, without the express consent in writing of SKH or its subsidiaries. Any unauthorized use, disclosure or public dissemination of information contained herein is prohibited. Unless specifically noted, SKH is not responsible for the content of these presentations and/or the opinions of the presenters. Individual situations and local practices and standards may vary, so viewers and others utilizing information contained within a presentation are free to adopt differing standards and approaches as they see fit. You may not repackage or sell the presentation. Products and names mentioned in materials or presentations are the property of their respective owners and the mention of them does not constitute an endorsement by SKH. Information contained in a presentation hosted or promoted by SKH is provided “as is” without warranty of any kind, either expressed or implied, including any warranty of merchantability or fitness for a particular purpose. SKH assumes no liability or responsibility for the contents of a presentation or the opinions expressed by the presenters. All expressions of opinion are subject to change without notice.</a:t>
            </a:r>
          </a:p>
        </p:txBody>
      </p:sp>
      <p:pic>
        <p:nvPicPr>
          <p:cNvPr id="5" name="Picture 4">
            <a:extLst>
              <a:ext uri="{FF2B5EF4-FFF2-40B4-BE49-F238E27FC236}">
                <a16:creationId xmlns:a16="http://schemas.microsoft.com/office/drawing/2014/main" id="{A882BBA5-C257-19CC-2D6C-E200EB869BFC}"/>
              </a:ext>
            </a:extLst>
          </p:cNvPr>
          <p:cNvPicPr>
            <a:picLocks noChangeAspect="1"/>
          </p:cNvPicPr>
          <p:nvPr userDrawn="1"/>
        </p:nvPicPr>
        <p:blipFill>
          <a:blip r:embed="rId3">
            <a:extLst>
              <a:ext uri="{BEBA8EAE-BF5A-486C-A8C5-ECC9F3942E4B}">
                <a14:imgProps xmlns:a14="http://schemas.microsoft.com/office/drawing/2010/main">
                  <a14:imgLayer r:embed="rId4">
                    <a14:imgEffect>
                      <a14:artisticPlasticWrap/>
                    </a14:imgEffect>
                  </a14:imgLayer>
                </a14:imgProps>
              </a:ext>
            </a:extLst>
          </a:blip>
          <a:stretch>
            <a:fillRect/>
          </a:stretch>
        </p:blipFill>
        <p:spPr>
          <a:xfrm>
            <a:off x="4699045" y="2072054"/>
            <a:ext cx="2822332" cy="2822332"/>
          </a:xfrm>
          <a:prstGeom prst="rect">
            <a:avLst/>
          </a:prstGeom>
        </p:spPr>
      </p:pic>
    </p:spTree>
    <p:extLst>
      <p:ext uri="{BB962C8B-B14F-4D97-AF65-F5344CB8AC3E}">
        <p14:creationId xmlns:p14="http://schemas.microsoft.com/office/powerpoint/2010/main" val="30661408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6.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1">
          <a:gsLst>
            <a:gs pos="0">
              <a:srgbClr val="FDFDFD"/>
            </a:gs>
            <a:gs pos="100000">
              <a:srgbClr val="D9D9D9"/>
            </a:gs>
          </a:gsLst>
          <a:path path="rect">
            <a:fillToRect l="100000" t="100000"/>
          </a:path>
        </a:gra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A020E058-6C89-E05B-4731-E0B3898088E1}"/>
              </a:ext>
            </a:extLst>
          </p:cNvPr>
          <p:cNvSpPr>
            <a:spLocks noGrp="1" noChangeArrowheads="1"/>
          </p:cNvSpPr>
          <p:nvPr>
            <p:ph type="title"/>
          </p:nvPr>
        </p:nvSpPr>
        <p:spPr bwMode="auto">
          <a:xfrm>
            <a:off x="360363" y="360363"/>
            <a:ext cx="9474200" cy="315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C09B18A6-5153-17E1-E683-C46CF20FBD23}"/>
              </a:ext>
            </a:extLst>
          </p:cNvPr>
          <p:cNvSpPr>
            <a:spLocks noGrp="1" noChangeArrowheads="1"/>
          </p:cNvSpPr>
          <p:nvPr>
            <p:ph type="body" idx="1"/>
          </p:nvPr>
        </p:nvSpPr>
        <p:spPr bwMode="auto">
          <a:xfrm>
            <a:off x="360363" y="1079500"/>
            <a:ext cx="11461750" cy="481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1DA738D4-8C13-FF0D-7AA4-4476459820CE}"/>
              </a:ext>
            </a:extLst>
          </p:cNvPr>
          <p:cNvSpPr>
            <a:spLocks noGrp="1"/>
          </p:cNvSpPr>
          <p:nvPr>
            <p:ph type="dt" sz="half" idx="2"/>
          </p:nvPr>
        </p:nvSpPr>
        <p:spPr>
          <a:xfrm>
            <a:off x="2851150" y="6249988"/>
            <a:ext cx="1020763" cy="223837"/>
          </a:xfrm>
          <a:prstGeom prst="rect">
            <a:avLst/>
          </a:prstGeom>
        </p:spPr>
        <p:txBody>
          <a:bodyPr vert="horz" lIns="91440" tIns="45720" rIns="91440" bIns="45720" rtlCol="0" anchor="ctr"/>
          <a:lstStyle>
            <a:lvl1pPr algn="l" eaLnBrk="1" fontAlgn="auto" hangingPunct="1">
              <a:spcBef>
                <a:spcPts val="0"/>
              </a:spcBef>
              <a:spcAft>
                <a:spcPts val="0"/>
              </a:spcAft>
              <a:defRPr sz="1100" b="0" i="0">
                <a:solidFill>
                  <a:schemeClr val="tx1">
                    <a:lumMod val="65000"/>
                  </a:schemeClr>
                </a:solidFill>
                <a:latin typeface="Century Gothic" panose="020B0502020202020204" pitchFamily="34" charset="0"/>
              </a:defRPr>
            </a:lvl1pPr>
          </a:lstStyle>
          <a:p>
            <a:pPr>
              <a:defRPr/>
            </a:pPr>
            <a:fld id="{30DACFAB-89D6-2744-9F0C-94709CCA5ADF}" type="datetimeFigureOut">
              <a:rPr lang="en-US"/>
              <a:pPr>
                <a:defRPr/>
              </a:pPr>
              <a:t>10/14/2026</a:t>
            </a:fld>
            <a:r>
              <a:rPr lang="en-US" dirty="0"/>
              <a:t> - </a:t>
            </a:r>
            <a:fld id="{2907B6DE-A554-BC42-8A09-95FF71199D73}" type="slidenum">
              <a:rPr lang="en-US"/>
              <a:pPr>
                <a:defRPr/>
              </a:pPr>
              <a:t>‹#›</a:t>
            </a:fld>
            <a:endParaRPr lang="en-US" dirty="0"/>
          </a:p>
        </p:txBody>
      </p:sp>
      <p:sp>
        <p:nvSpPr>
          <p:cNvPr id="5" name="Footer Placeholder 4">
            <a:extLst>
              <a:ext uri="{FF2B5EF4-FFF2-40B4-BE49-F238E27FC236}">
                <a16:creationId xmlns:a16="http://schemas.microsoft.com/office/drawing/2014/main" id="{D478B828-6D78-28A9-DE97-5FA5E602FF6F}"/>
              </a:ext>
            </a:extLst>
          </p:cNvPr>
          <p:cNvSpPr>
            <a:spLocks noGrp="1"/>
          </p:cNvSpPr>
          <p:nvPr>
            <p:ph type="ftr" sz="quarter" idx="3"/>
          </p:nvPr>
        </p:nvSpPr>
        <p:spPr>
          <a:xfrm>
            <a:off x="4016375" y="6249988"/>
            <a:ext cx="4911725" cy="223837"/>
          </a:xfrm>
          <a:prstGeom prst="rect">
            <a:avLst/>
          </a:prstGeom>
        </p:spPr>
        <p:txBody>
          <a:bodyPr vert="horz" lIns="91440" tIns="45720" rIns="91440" bIns="45720" rtlCol="0" anchor="ctr"/>
          <a:lstStyle>
            <a:lvl1pPr algn="l" eaLnBrk="1" fontAlgn="auto" hangingPunct="1">
              <a:spcBef>
                <a:spcPts val="0"/>
              </a:spcBef>
              <a:spcAft>
                <a:spcPts val="0"/>
              </a:spcAft>
              <a:defRPr sz="1100" b="0" i="0">
                <a:solidFill>
                  <a:schemeClr val="tx1">
                    <a:lumMod val="65000"/>
                  </a:schemeClr>
                </a:solidFill>
                <a:latin typeface="Century Gothic" panose="020B0502020202020204" pitchFamily="34" charset="0"/>
              </a:defRPr>
            </a:lvl1pPr>
          </a:lstStyle>
          <a:p>
            <a:pPr>
              <a:defRPr/>
            </a:pPr>
            <a:r>
              <a:rPr lang="en-US"/>
              <a:t>CONFIDENTIAL / NOT FOR EXTERNAL DISTRIBUTION / </a:t>
            </a:r>
            <a:r>
              <a:rPr lang="en-US" b="1"/>
              <a:t>THE COLLECTIVE</a:t>
            </a:r>
          </a:p>
        </p:txBody>
      </p:sp>
      <p:pic>
        <p:nvPicPr>
          <p:cNvPr id="1030" name="Picture 7">
            <a:extLst>
              <a:ext uri="{FF2B5EF4-FFF2-40B4-BE49-F238E27FC236}">
                <a16:creationId xmlns:a16="http://schemas.microsoft.com/office/drawing/2014/main" id="{DC924230-AE8C-7330-4AC1-B4D0A5766BA6}"/>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0579100" y="314325"/>
            <a:ext cx="1235075"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1" name="Picture 9">
            <a:extLst>
              <a:ext uri="{FF2B5EF4-FFF2-40B4-BE49-F238E27FC236}">
                <a16:creationId xmlns:a16="http://schemas.microsoft.com/office/drawing/2014/main" id="{77392113-9902-7011-3A1C-57BDF39818C9}"/>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60363" y="6249988"/>
            <a:ext cx="2257425" cy="25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2" name="Picture 10">
            <a:extLst>
              <a:ext uri="{FF2B5EF4-FFF2-40B4-BE49-F238E27FC236}">
                <a16:creationId xmlns:a16="http://schemas.microsoft.com/office/drawing/2014/main" id="{05AC989D-A8B7-4F30-DE0B-2C2F56C59357}"/>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9566275" y="6276975"/>
            <a:ext cx="2259013" cy="196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dk1" tx1="lt1" bg2="dk2" tx2="lt2" accent1="accent1" accent2="accent2" accent3="accent3" accent4="accent4" accent5="accent5" accent6="accent6" hlink="hlink" folHlink="folHlink"/>
  <p:sldLayoutIdLst>
    <p:sldLayoutId id="2147483913" r:id="rId1"/>
    <p:sldLayoutId id="2147483914" r:id="rId2"/>
    <p:sldLayoutId id="2147483915" r:id="rId3"/>
    <p:sldLayoutId id="2147483916" r:id="rId4"/>
    <p:sldLayoutId id="2147483917" r:id="rId5"/>
    <p:sldLayoutId id="2147483918" r:id="rId6"/>
    <p:sldLayoutId id="2147483919" r:id="rId7"/>
    <p:sldLayoutId id="2147483920" r:id="rId8"/>
    <p:sldLayoutId id="2147483921" r:id="rId9"/>
    <p:sldLayoutId id="2147483922" r:id="rId10"/>
    <p:sldLayoutId id="2147483923" r:id="rId11"/>
    <p:sldLayoutId id="2147483924" r:id="rId12"/>
    <p:sldLayoutId id="2147483925" r:id="rId13"/>
    <p:sldLayoutId id="2147483926" r:id="rId14"/>
    <p:sldLayoutId id="2147483933" r:id="rId15"/>
  </p:sldLayoutIdLst>
  <p:txStyles>
    <p:titleStyle>
      <a:lvl1pPr algn="l" rtl="0" eaLnBrk="1" fontAlgn="base" hangingPunct="1">
        <a:lnSpc>
          <a:spcPct val="90000"/>
        </a:lnSpc>
        <a:spcBef>
          <a:spcPct val="0"/>
        </a:spcBef>
        <a:spcAft>
          <a:spcPct val="0"/>
        </a:spcAft>
        <a:defRPr sz="2800" b="1" kern="1200">
          <a:solidFill>
            <a:schemeClr val="bg1"/>
          </a:solidFill>
          <a:latin typeface="Century Gothic" panose="020B0502020202020204" pitchFamily="34" charset="0"/>
          <a:ea typeface="+mj-ea"/>
          <a:cs typeface="+mj-cs"/>
        </a:defRPr>
      </a:lvl1pPr>
      <a:lvl2pPr algn="l" rtl="0" eaLnBrk="1" fontAlgn="base" hangingPunct="1">
        <a:lnSpc>
          <a:spcPct val="90000"/>
        </a:lnSpc>
        <a:spcBef>
          <a:spcPct val="0"/>
        </a:spcBef>
        <a:spcAft>
          <a:spcPct val="0"/>
        </a:spcAft>
        <a:defRPr sz="2800" b="1">
          <a:solidFill>
            <a:schemeClr val="bg1"/>
          </a:solidFill>
          <a:latin typeface="Century Gothic" panose="020B0502020202020204" pitchFamily="34" charset="0"/>
        </a:defRPr>
      </a:lvl2pPr>
      <a:lvl3pPr algn="l" rtl="0" eaLnBrk="1" fontAlgn="base" hangingPunct="1">
        <a:lnSpc>
          <a:spcPct val="90000"/>
        </a:lnSpc>
        <a:spcBef>
          <a:spcPct val="0"/>
        </a:spcBef>
        <a:spcAft>
          <a:spcPct val="0"/>
        </a:spcAft>
        <a:defRPr sz="2800" b="1">
          <a:solidFill>
            <a:schemeClr val="bg1"/>
          </a:solidFill>
          <a:latin typeface="Century Gothic" panose="020B0502020202020204" pitchFamily="34" charset="0"/>
        </a:defRPr>
      </a:lvl3pPr>
      <a:lvl4pPr algn="l" rtl="0" eaLnBrk="1" fontAlgn="base" hangingPunct="1">
        <a:lnSpc>
          <a:spcPct val="90000"/>
        </a:lnSpc>
        <a:spcBef>
          <a:spcPct val="0"/>
        </a:spcBef>
        <a:spcAft>
          <a:spcPct val="0"/>
        </a:spcAft>
        <a:defRPr sz="2800" b="1">
          <a:solidFill>
            <a:schemeClr val="bg1"/>
          </a:solidFill>
          <a:latin typeface="Century Gothic" panose="020B0502020202020204" pitchFamily="34" charset="0"/>
        </a:defRPr>
      </a:lvl4pPr>
      <a:lvl5pPr algn="l" rtl="0" eaLnBrk="1" fontAlgn="base" hangingPunct="1">
        <a:lnSpc>
          <a:spcPct val="90000"/>
        </a:lnSpc>
        <a:spcBef>
          <a:spcPct val="0"/>
        </a:spcBef>
        <a:spcAft>
          <a:spcPct val="0"/>
        </a:spcAft>
        <a:defRPr sz="2800" b="1">
          <a:solidFill>
            <a:schemeClr val="bg1"/>
          </a:solidFill>
          <a:latin typeface="Century Gothic" panose="020B0502020202020204" pitchFamily="34" charset="0"/>
        </a:defRPr>
      </a:lvl5pPr>
      <a:lvl6pPr marL="457200" algn="l" rtl="0" eaLnBrk="1" fontAlgn="base" hangingPunct="1">
        <a:lnSpc>
          <a:spcPct val="90000"/>
        </a:lnSpc>
        <a:spcBef>
          <a:spcPct val="0"/>
        </a:spcBef>
        <a:spcAft>
          <a:spcPct val="0"/>
        </a:spcAft>
        <a:defRPr sz="2800" b="1">
          <a:solidFill>
            <a:schemeClr val="bg1"/>
          </a:solidFill>
          <a:latin typeface="Century Gothic" panose="020B0502020202020204" pitchFamily="34" charset="0"/>
        </a:defRPr>
      </a:lvl6pPr>
      <a:lvl7pPr marL="914400" algn="l" rtl="0" eaLnBrk="1" fontAlgn="base" hangingPunct="1">
        <a:lnSpc>
          <a:spcPct val="90000"/>
        </a:lnSpc>
        <a:spcBef>
          <a:spcPct val="0"/>
        </a:spcBef>
        <a:spcAft>
          <a:spcPct val="0"/>
        </a:spcAft>
        <a:defRPr sz="2800" b="1">
          <a:solidFill>
            <a:schemeClr val="bg1"/>
          </a:solidFill>
          <a:latin typeface="Century Gothic" panose="020B0502020202020204" pitchFamily="34" charset="0"/>
        </a:defRPr>
      </a:lvl7pPr>
      <a:lvl8pPr marL="1371600" algn="l" rtl="0" eaLnBrk="1" fontAlgn="base" hangingPunct="1">
        <a:lnSpc>
          <a:spcPct val="90000"/>
        </a:lnSpc>
        <a:spcBef>
          <a:spcPct val="0"/>
        </a:spcBef>
        <a:spcAft>
          <a:spcPct val="0"/>
        </a:spcAft>
        <a:defRPr sz="2800" b="1">
          <a:solidFill>
            <a:schemeClr val="bg1"/>
          </a:solidFill>
          <a:latin typeface="Century Gothic" panose="020B0502020202020204" pitchFamily="34" charset="0"/>
        </a:defRPr>
      </a:lvl8pPr>
      <a:lvl9pPr marL="1828800" algn="l" rtl="0" eaLnBrk="1" fontAlgn="base" hangingPunct="1">
        <a:lnSpc>
          <a:spcPct val="90000"/>
        </a:lnSpc>
        <a:spcBef>
          <a:spcPct val="0"/>
        </a:spcBef>
        <a:spcAft>
          <a:spcPct val="0"/>
        </a:spcAft>
        <a:defRPr sz="2800" b="1">
          <a:solidFill>
            <a:schemeClr val="bg1"/>
          </a:solidFill>
          <a:latin typeface="Century Gothic" panose="020B0502020202020204" pitchFamily="34" charset="0"/>
        </a:defRPr>
      </a:lvl9pPr>
    </p:titleStyle>
    <p:bodyStyle>
      <a:lvl1pPr marL="228600" indent="-228600" algn="l" rtl="0" eaLnBrk="1" fontAlgn="base" hangingPunct="1">
        <a:lnSpc>
          <a:spcPct val="90000"/>
        </a:lnSpc>
        <a:spcBef>
          <a:spcPts val="1000"/>
        </a:spcBef>
        <a:spcAft>
          <a:spcPct val="0"/>
        </a:spcAft>
        <a:buFont typeface="Arial" panose="020B0604020202020204" pitchFamily="34" charset="0"/>
        <a:buChar char="•"/>
        <a:defRPr sz="2400" b="1" kern="1200">
          <a:solidFill>
            <a:srgbClr val="6F6F6F"/>
          </a:solidFill>
          <a:latin typeface="Century Gothic" panose="020B0502020202020204" pitchFamily="34" charset="0"/>
          <a:ea typeface="+mn-ea"/>
          <a:cs typeface="+mn-cs"/>
        </a:defRPr>
      </a:lvl1pPr>
      <a:lvl2pPr marL="685800" indent="-228600" algn="l" rtl="0" eaLnBrk="1" fontAlgn="base" hangingPunct="1">
        <a:lnSpc>
          <a:spcPct val="90000"/>
        </a:lnSpc>
        <a:spcBef>
          <a:spcPts val="500"/>
        </a:spcBef>
        <a:spcAft>
          <a:spcPct val="0"/>
        </a:spcAft>
        <a:buFont typeface="Arial" panose="020B0604020202020204" pitchFamily="34" charset="0"/>
        <a:buChar char="•"/>
        <a:defRPr sz="2000" kern="1200">
          <a:solidFill>
            <a:srgbClr val="6F6F6F"/>
          </a:solidFill>
          <a:latin typeface="Century Gothic" panose="020B0502020202020204" pitchFamily="34" charset="0"/>
          <a:ea typeface="+mn-ea"/>
          <a:cs typeface="+mn-cs"/>
        </a:defRPr>
      </a:lvl2pPr>
      <a:lvl3pPr marL="1143000" indent="-228600" algn="l" rtl="0" eaLnBrk="1" fontAlgn="base" hangingPunct="1">
        <a:lnSpc>
          <a:spcPct val="90000"/>
        </a:lnSpc>
        <a:spcBef>
          <a:spcPts val="500"/>
        </a:spcBef>
        <a:spcAft>
          <a:spcPct val="0"/>
        </a:spcAft>
        <a:buFont typeface="Arial" panose="020B0604020202020204" pitchFamily="34" charset="0"/>
        <a:buChar char="•"/>
        <a:defRPr kern="1200">
          <a:solidFill>
            <a:srgbClr val="6F6F6F"/>
          </a:solidFill>
          <a:latin typeface="Century Gothic" panose="020B0502020202020204" pitchFamily="34" charset="0"/>
          <a:ea typeface="+mn-ea"/>
          <a:cs typeface="+mn-cs"/>
        </a:defRPr>
      </a:lvl3pPr>
      <a:lvl4pPr marL="1600200" indent="-228600" algn="l" rtl="0" eaLnBrk="1" fontAlgn="base" hangingPunct="1">
        <a:lnSpc>
          <a:spcPct val="90000"/>
        </a:lnSpc>
        <a:spcBef>
          <a:spcPts val="500"/>
        </a:spcBef>
        <a:spcAft>
          <a:spcPct val="0"/>
        </a:spcAft>
        <a:buFont typeface="Arial" panose="020B0604020202020204" pitchFamily="34" charset="0"/>
        <a:buChar char="•"/>
        <a:defRPr sz="1600" kern="1200">
          <a:solidFill>
            <a:srgbClr val="6F6F6F"/>
          </a:solidFill>
          <a:latin typeface="Century Gothic" panose="020B0502020202020204" pitchFamily="34" charset="0"/>
          <a:ea typeface="+mn-ea"/>
          <a:cs typeface="+mn-cs"/>
        </a:defRPr>
      </a:lvl4pPr>
      <a:lvl5pPr marL="2057400" indent="-228600" algn="l" rtl="0" eaLnBrk="1" fontAlgn="base" hangingPunct="1">
        <a:lnSpc>
          <a:spcPct val="90000"/>
        </a:lnSpc>
        <a:spcBef>
          <a:spcPts val="500"/>
        </a:spcBef>
        <a:spcAft>
          <a:spcPct val="0"/>
        </a:spcAft>
        <a:buFont typeface="Arial" panose="020B0604020202020204" pitchFamily="34" charset="0"/>
        <a:buChar char="•"/>
        <a:defRPr sz="1400" kern="1200">
          <a:solidFill>
            <a:srgbClr val="6F6F6F"/>
          </a:solidFill>
          <a:latin typeface="Century Gothic" panose="020B0502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929" r:id="rId1"/>
  </p:sldLayoutIdLst>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Aptos Display" panose="020B0004020202020204" pitchFamily="34" charset="0"/>
        </a:defRPr>
      </a:lvl2pPr>
      <a:lvl3pPr algn="l" rtl="0" eaLnBrk="0" fontAlgn="base" hangingPunct="0">
        <a:lnSpc>
          <a:spcPct val="90000"/>
        </a:lnSpc>
        <a:spcBef>
          <a:spcPct val="0"/>
        </a:spcBef>
        <a:spcAft>
          <a:spcPct val="0"/>
        </a:spcAft>
        <a:defRPr sz="4400">
          <a:solidFill>
            <a:schemeClr val="tx1"/>
          </a:solidFill>
          <a:latin typeface="Aptos Display" panose="020B0004020202020204" pitchFamily="34" charset="0"/>
        </a:defRPr>
      </a:lvl3pPr>
      <a:lvl4pPr algn="l" rtl="0" eaLnBrk="0" fontAlgn="base" hangingPunct="0">
        <a:lnSpc>
          <a:spcPct val="90000"/>
        </a:lnSpc>
        <a:spcBef>
          <a:spcPct val="0"/>
        </a:spcBef>
        <a:spcAft>
          <a:spcPct val="0"/>
        </a:spcAft>
        <a:defRPr sz="4400">
          <a:solidFill>
            <a:schemeClr val="tx1"/>
          </a:solidFill>
          <a:latin typeface="Aptos Display" panose="020B0004020202020204" pitchFamily="34" charset="0"/>
        </a:defRPr>
      </a:lvl4pPr>
      <a:lvl5pPr algn="l" rtl="0" eaLnBrk="0" fontAlgn="base" hangingPunct="0">
        <a:lnSpc>
          <a:spcPct val="90000"/>
        </a:lnSpc>
        <a:spcBef>
          <a:spcPct val="0"/>
        </a:spcBef>
        <a:spcAft>
          <a:spcPct val="0"/>
        </a:spcAft>
        <a:defRPr sz="4400">
          <a:solidFill>
            <a:schemeClr val="tx1"/>
          </a:solidFill>
          <a:latin typeface="Aptos Display" panose="020B0004020202020204" pitchFamily="34" charset="0"/>
        </a:defRPr>
      </a:lvl5pPr>
      <a:lvl6pPr marL="457200" algn="l" rtl="0" fontAlgn="base">
        <a:lnSpc>
          <a:spcPct val="90000"/>
        </a:lnSpc>
        <a:spcBef>
          <a:spcPct val="0"/>
        </a:spcBef>
        <a:spcAft>
          <a:spcPct val="0"/>
        </a:spcAft>
        <a:defRPr sz="4400">
          <a:solidFill>
            <a:schemeClr val="tx1"/>
          </a:solidFill>
          <a:latin typeface="Aptos Display" panose="020B0004020202020204" pitchFamily="34" charset="0"/>
        </a:defRPr>
      </a:lvl6pPr>
      <a:lvl7pPr marL="914400" algn="l" rtl="0" fontAlgn="base">
        <a:lnSpc>
          <a:spcPct val="90000"/>
        </a:lnSpc>
        <a:spcBef>
          <a:spcPct val="0"/>
        </a:spcBef>
        <a:spcAft>
          <a:spcPct val="0"/>
        </a:spcAft>
        <a:defRPr sz="4400">
          <a:solidFill>
            <a:schemeClr val="tx1"/>
          </a:solidFill>
          <a:latin typeface="Aptos Display" panose="020B0004020202020204" pitchFamily="34" charset="0"/>
        </a:defRPr>
      </a:lvl7pPr>
      <a:lvl8pPr marL="1371600" algn="l" rtl="0" fontAlgn="base">
        <a:lnSpc>
          <a:spcPct val="90000"/>
        </a:lnSpc>
        <a:spcBef>
          <a:spcPct val="0"/>
        </a:spcBef>
        <a:spcAft>
          <a:spcPct val="0"/>
        </a:spcAft>
        <a:defRPr sz="4400">
          <a:solidFill>
            <a:schemeClr val="tx1"/>
          </a:solidFill>
          <a:latin typeface="Aptos Display" panose="020B0004020202020204" pitchFamily="34" charset="0"/>
        </a:defRPr>
      </a:lvl8pPr>
      <a:lvl9pPr marL="1828800" algn="l" rtl="0" fontAlgn="base">
        <a:lnSpc>
          <a:spcPct val="90000"/>
        </a:lnSpc>
        <a:spcBef>
          <a:spcPct val="0"/>
        </a:spcBef>
        <a:spcAft>
          <a:spcPct val="0"/>
        </a:spcAft>
        <a:defRPr sz="4400">
          <a:solidFill>
            <a:schemeClr val="tx1"/>
          </a:solidFill>
          <a:latin typeface="Aptos Display" panose="020B0004020202020204" pitchFamily="34" charset="0"/>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932" r:id="rId1"/>
  </p:sldLayoutIdLst>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Aptos Display" panose="020B0004020202020204" pitchFamily="34" charset="0"/>
        </a:defRPr>
      </a:lvl2pPr>
      <a:lvl3pPr algn="l" rtl="0" eaLnBrk="0" fontAlgn="base" hangingPunct="0">
        <a:lnSpc>
          <a:spcPct val="90000"/>
        </a:lnSpc>
        <a:spcBef>
          <a:spcPct val="0"/>
        </a:spcBef>
        <a:spcAft>
          <a:spcPct val="0"/>
        </a:spcAft>
        <a:defRPr sz="4400">
          <a:solidFill>
            <a:schemeClr val="tx1"/>
          </a:solidFill>
          <a:latin typeface="Aptos Display" panose="020B0004020202020204" pitchFamily="34" charset="0"/>
        </a:defRPr>
      </a:lvl3pPr>
      <a:lvl4pPr algn="l" rtl="0" eaLnBrk="0" fontAlgn="base" hangingPunct="0">
        <a:lnSpc>
          <a:spcPct val="90000"/>
        </a:lnSpc>
        <a:spcBef>
          <a:spcPct val="0"/>
        </a:spcBef>
        <a:spcAft>
          <a:spcPct val="0"/>
        </a:spcAft>
        <a:defRPr sz="4400">
          <a:solidFill>
            <a:schemeClr val="tx1"/>
          </a:solidFill>
          <a:latin typeface="Aptos Display" panose="020B0004020202020204" pitchFamily="34" charset="0"/>
        </a:defRPr>
      </a:lvl4pPr>
      <a:lvl5pPr algn="l" rtl="0" eaLnBrk="0" fontAlgn="base" hangingPunct="0">
        <a:lnSpc>
          <a:spcPct val="90000"/>
        </a:lnSpc>
        <a:spcBef>
          <a:spcPct val="0"/>
        </a:spcBef>
        <a:spcAft>
          <a:spcPct val="0"/>
        </a:spcAft>
        <a:defRPr sz="4400">
          <a:solidFill>
            <a:schemeClr val="tx1"/>
          </a:solidFill>
          <a:latin typeface="Aptos Display" panose="020B0004020202020204" pitchFamily="34" charset="0"/>
        </a:defRPr>
      </a:lvl5pPr>
      <a:lvl6pPr marL="457200" algn="l" rtl="0" fontAlgn="base">
        <a:lnSpc>
          <a:spcPct val="90000"/>
        </a:lnSpc>
        <a:spcBef>
          <a:spcPct val="0"/>
        </a:spcBef>
        <a:spcAft>
          <a:spcPct val="0"/>
        </a:spcAft>
        <a:defRPr sz="4400">
          <a:solidFill>
            <a:schemeClr val="tx1"/>
          </a:solidFill>
          <a:latin typeface="Aptos Display" panose="020B0004020202020204" pitchFamily="34" charset="0"/>
        </a:defRPr>
      </a:lvl6pPr>
      <a:lvl7pPr marL="914400" algn="l" rtl="0" fontAlgn="base">
        <a:lnSpc>
          <a:spcPct val="90000"/>
        </a:lnSpc>
        <a:spcBef>
          <a:spcPct val="0"/>
        </a:spcBef>
        <a:spcAft>
          <a:spcPct val="0"/>
        </a:spcAft>
        <a:defRPr sz="4400">
          <a:solidFill>
            <a:schemeClr val="tx1"/>
          </a:solidFill>
          <a:latin typeface="Aptos Display" panose="020B0004020202020204" pitchFamily="34" charset="0"/>
        </a:defRPr>
      </a:lvl7pPr>
      <a:lvl8pPr marL="1371600" algn="l" rtl="0" fontAlgn="base">
        <a:lnSpc>
          <a:spcPct val="90000"/>
        </a:lnSpc>
        <a:spcBef>
          <a:spcPct val="0"/>
        </a:spcBef>
        <a:spcAft>
          <a:spcPct val="0"/>
        </a:spcAft>
        <a:defRPr sz="4400">
          <a:solidFill>
            <a:schemeClr val="tx1"/>
          </a:solidFill>
          <a:latin typeface="Aptos Display" panose="020B0004020202020204" pitchFamily="34" charset="0"/>
        </a:defRPr>
      </a:lvl8pPr>
      <a:lvl9pPr marL="1828800" algn="l" rtl="0" fontAlgn="base">
        <a:lnSpc>
          <a:spcPct val="90000"/>
        </a:lnSpc>
        <a:spcBef>
          <a:spcPct val="0"/>
        </a:spcBef>
        <a:spcAft>
          <a:spcPct val="0"/>
        </a:spcAft>
        <a:defRPr sz="4400">
          <a:solidFill>
            <a:schemeClr val="tx1"/>
          </a:solidFill>
          <a:latin typeface="Aptos Display" panose="020B0004020202020204" pitchFamily="34" charset="0"/>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8" Type="http://schemas.openxmlformats.org/officeDocument/2006/relationships/oleObject" Target="../embeddings/oleObject4.bin"/><Relationship Id="rId13" Type="http://schemas.openxmlformats.org/officeDocument/2006/relationships/image" Target="../media/image15.png"/><Relationship Id="rId3" Type="http://schemas.openxmlformats.org/officeDocument/2006/relationships/image" Target="../media/image8.wmf"/><Relationship Id="rId7" Type="http://schemas.openxmlformats.org/officeDocument/2006/relationships/image" Target="../media/image10.wmf"/><Relationship Id="rId12" Type="http://schemas.openxmlformats.org/officeDocument/2006/relationships/image" Target="../media/image14.png"/><Relationship Id="rId2" Type="http://schemas.openxmlformats.org/officeDocument/2006/relationships/oleObject" Target="../embeddings/oleObject1.bin"/><Relationship Id="rId1" Type="http://schemas.openxmlformats.org/officeDocument/2006/relationships/slideLayout" Target="../slideLayouts/slideLayout15.xml"/><Relationship Id="rId6" Type="http://schemas.openxmlformats.org/officeDocument/2006/relationships/oleObject" Target="../embeddings/oleObject3.bin"/><Relationship Id="rId11" Type="http://schemas.openxmlformats.org/officeDocument/2006/relationships/image" Target="../media/image13.png"/><Relationship Id="rId5" Type="http://schemas.openxmlformats.org/officeDocument/2006/relationships/image" Target="../media/image9.wmf"/><Relationship Id="rId10" Type="http://schemas.openxmlformats.org/officeDocument/2006/relationships/image" Target="../media/image12.png"/><Relationship Id="rId4" Type="http://schemas.openxmlformats.org/officeDocument/2006/relationships/oleObject" Target="../embeddings/oleObject2.bin"/><Relationship Id="rId9" Type="http://schemas.openxmlformats.org/officeDocument/2006/relationships/image" Target="../media/image11.wmf"/></Relationships>
</file>

<file path=ppt/slides/_rels/slide3.xml.rels><?xml version="1.0" encoding="UTF-8" standalone="yes"?>
<Relationships xmlns="http://schemas.openxmlformats.org/package/2006/relationships"><Relationship Id="rId8" Type="http://schemas.openxmlformats.org/officeDocument/2006/relationships/diagramLayout" Target="../diagrams/layout2.xml"/><Relationship Id="rId13" Type="http://schemas.openxmlformats.org/officeDocument/2006/relationships/image" Target="../media/image17.png"/><Relationship Id="rId18" Type="http://schemas.openxmlformats.org/officeDocument/2006/relationships/diagramQuickStyle" Target="../diagrams/quickStyle3.xml"/><Relationship Id="rId3" Type="http://schemas.openxmlformats.org/officeDocument/2006/relationships/diagramLayout" Target="../diagrams/layout1.xml"/><Relationship Id="rId21" Type="http://schemas.openxmlformats.org/officeDocument/2006/relationships/image" Target="../media/image20.png"/><Relationship Id="rId7" Type="http://schemas.openxmlformats.org/officeDocument/2006/relationships/diagramData" Target="../diagrams/data2.xml"/><Relationship Id="rId12" Type="http://schemas.openxmlformats.org/officeDocument/2006/relationships/image" Target="../media/image16.png"/><Relationship Id="rId17" Type="http://schemas.openxmlformats.org/officeDocument/2006/relationships/diagramLayout" Target="../diagrams/layout3.xml"/><Relationship Id="rId2" Type="http://schemas.openxmlformats.org/officeDocument/2006/relationships/diagramData" Target="../diagrams/data1.xml"/><Relationship Id="rId16" Type="http://schemas.openxmlformats.org/officeDocument/2006/relationships/diagramData" Target="../diagrams/data3.xml"/><Relationship Id="rId20" Type="http://schemas.microsoft.com/office/2007/relationships/diagramDrawing" Target="../diagrams/drawing3.xml"/><Relationship Id="rId1" Type="http://schemas.openxmlformats.org/officeDocument/2006/relationships/slideLayout" Target="../slideLayouts/slideLayout15.xml"/><Relationship Id="rId6" Type="http://schemas.microsoft.com/office/2007/relationships/diagramDrawing" Target="../diagrams/drawing1.xml"/><Relationship Id="rId11" Type="http://schemas.microsoft.com/office/2007/relationships/diagramDrawing" Target="../diagrams/drawing2.xml"/><Relationship Id="rId5" Type="http://schemas.openxmlformats.org/officeDocument/2006/relationships/diagramColors" Target="../diagrams/colors1.xml"/><Relationship Id="rId15" Type="http://schemas.openxmlformats.org/officeDocument/2006/relationships/image" Target="../media/image19.png"/><Relationship Id="rId10" Type="http://schemas.openxmlformats.org/officeDocument/2006/relationships/diagramColors" Target="../diagrams/colors2.xml"/><Relationship Id="rId19" Type="http://schemas.openxmlformats.org/officeDocument/2006/relationships/diagramColors" Target="../diagrams/colors3.xml"/><Relationship Id="rId4" Type="http://schemas.openxmlformats.org/officeDocument/2006/relationships/diagramQuickStyle" Target="../diagrams/quickStyle1.xml"/><Relationship Id="rId9" Type="http://schemas.openxmlformats.org/officeDocument/2006/relationships/diagramQuickStyle" Target="../diagrams/quickStyle2.xml"/><Relationship Id="rId14" Type="http://schemas.openxmlformats.org/officeDocument/2006/relationships/image" Target="../media/image18.png"/></Relationships>
</file>

<file path=ppt/slides/_rels/slide4.xml.rels><?xml version="1.0" encoding="UTF-8" standalone="yes"?>
<Relationships xmlns="http://schemas.openxmlformats.org/package/2006/relationships"><Relationship Id="rId8" Type="http://schemas.openxmlformats.org/officeDocument/2006/relationships/diagramLayout" Target="../diagrams/layout5.xml"/><Relationship Id="rId13" Type="http://schemas.openxmlformats.org/officeDocument/2006/relationships/image" Target="../media/image22.png"/><Relationship Id="rId3" Type="http://schemas.openxmlformats.org/officeDocument/2006/relationships/diagramLayout" Target="../diagrams/layout4.xml"/><Relationship Id="rId7" Type="http://schemas.openxmlformats.org/officeDocument/2006/relationships/diagramData" Target="../diagrams/data5.xml"/><Relationship Id="rId12" Type="http://schemas.openxmlformats.org/officeDocument/2006/relationships/image" Target="../media/image21.png"/><Relationship Id="rId2" Type="http://schemas.openxmlformats.org/officeDocument/2006/relationships/diagramData" Target="../diagrams/data4.xml"/><Relationship Id="rId1" Type="http://schemas.openxmlformats.org/officeDocument/2006/relationships/slideLayout" Target="../slideLayouts/slideLayout15.xml"/><Relationship Id="rId6" Type="http://schemas.microsoft.com/office/2007/relationships/diagramDrawing" Target="../diagrams/drawing4.xml"/><Relationship Id="rId11" Type="http://schemas.microsoft.com/office/2007/relationships/diagramDrawing" Target="../diagrams/drawing5.xml"/><Relationship Id="rId5" Type="http://schemas.openxmlformats.org/officeDocument/2006/relationships/diagramColors" Target="../diagrams/colors4.xml"/><Relationship Id="rId10" Type="http://schemas.openxmlformats.org/officeDocument/2006/relationships/diagramColors" Target="../diagrams/colors5.xml"/><Relationship Id="rId4" Type="http://schemas.openxmlformats.org/officeDocument/2006/relationships/diagramQuickStyle" Target="../diagrams/quickStyle4.xml"/><Relationship Id="rId9" Type="http://schemas.openxmlformats.org/officeDocument/2006/relationships/diagramQuickStyle" Target="../diagrams/quickStyle5.xml"/><Relationship Id="rId14" Type="http://schemas.openxmlformats.org/officeDocument/2006/relationships/image" Target="../media/image23.png"/></Relationships>
</file>

<file path=ppt/slides/_rels/slide5.xml.rels><?xml version="1.0" encoding="UTF-8" standalone="yes"?>
<Relationships xmlns="http://schemas.openxmlformats.org/package/2006/relationships"><Relationship Id="rId8" Type="http://schemas.openxmlformats.org/officeDocument/2006/relationships/diagramColors" Target="../diagrams/colors6.xml"/><Relationship Id="rId13" Type="http://schemas.openxmlformats.org/officeDocument/2006/relationships/image" Target="../media/image29.png"/><Relationship Id="rId3" Type="http://schemas.openxmlformats.org/officeDocument/2006/relationships/image" Target="../media/image24.png"/><Relationship Id="rId7" Type="http://schemas.openxmlformats.org/officeDocument/2006/relationships/diagramQuickStyle" Target="../diagrams/quickStyle6.xml"/><Relationship Id="rId12" Type="http://schemas.openxmlformats.org/officeDocument/2006/relationships/image" Target="../media/image28.png"/><Relationship Id="rId2" Type="http://schemas.openxmlformats.org/officeDocument/2006/relationships/notesSlide" Target="../notesSlides/notesSlide1.xml"/><Relationship Id="rId16" Type="http://schemas.openxmlformats.org/officeDocument/2006/relationships/image" Target="../media/image32.png"/><Relationship Id="rId1" Type="http://schemas.openxmlformats.org/officeDocument/2006/relationships/slideLayout" Target="../slideLayouts/slideLayout15.xml"/><Relationship Id="rId6" Type="http://schemas.openxmlformats.org/officeDocument/2006/relationships/diagramLayout" Target="../diagrams/layout6.xml"/><Relationship Id="rId11" Type="http://schemas.openxmlformats.org/officeDocument/2006/relationships/image" Target="../media/image27.png"/><Relationship Id="rId5" Type="http://schemas.openxmlformats.org/officeDocument/2006/relationships/diagramData" Target="../diagrams/data6.xml"/><Relationship Id="rId15" Type="http://schemas.openxmlformats.org/officeDocument/2006/relationships/image" Target="../media/image31.png"/><Relationship Id="rId10" Type="http://schemas.openxmlformats.org/officeDocument/2006/relationships/image" Target="../media/image26.png"/><Relationship Id="rId4" Type="http://schemas.openxmlformats.org/officeDocument/2006/relationships/image" Target="../media/image25.png"/><Relationship Id="rId9" Type="http://schemas.microsoft.com/office/2007/relationships/diagramDrawing" Target="../diagrams/drawing6.xml"/><Relationship Id="rId14" Type="http://schemas.openxmlformats.org/officeDocument/2006/relationships/image" Target="../media/image30.png"/></Relationships>
</file>

<file path=ppt/slides/_rels/slide6.xml.rels><?xml version="1.0" encoding="UTF-8" standalone="yes"?>
<Relationships xmlns="http://schemas.openxmlformats.org/package/2006/relationships"><Relationship Id="rId3" Type="http://schemas.openxmlformats.org/officeDocument/2006/relationships/image" Target="../media/image34.png"/><Relationship Id="rId7" Type="http://schemas.openxmlformats.org/officeDocument/2006/relationships/image" Target="../media/image38.png"/><Relationship Id="rId2" Type="http://schemas.openxmlformats.org/officeDocument/2006/relationships/image" Target="../media/image33.png"/><Relationship Id="rId1" Type="http://schemas.openxmlformats.org/officeDocument/2006/relationships/slideLayout" Target="../slideLayouts/slideLayout15.xml"/><Relationship Id="rId6" Type="http://schemas.openxmlformats.org/officeDocument/2006/relationships/image" Target="../media/image37.jpeg"/><Relationship Id="rId5" Type="http://schemas.openxmlformats.org/officeDocument/2006/relationships/image" Target="../media/image36.png"/><Relationship Id="rId4" Type="http://schemas.openxmlformats.org/officeDocument/2006/relationships/image" Target="../media/image35.png"/></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15.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54E6CD-1C32-F26E-5EA0-DFF747FDA88A}"/>
            </a:ext>
          </a:extLst>
        </p:cNvPr>
        <p:cNvGrpSpPr/>
        <p:nvPr/>
      </p:nvGrpSpPr>
      <p:grpSpPr>
        <a:xfrm>
          <a:off x="0" y="0"/>
          <a:ext cx="0" cy="0"/>
          <a:chOff x="0" y="0"/>
          <a:chExt cx="0" cy="0"/>
        </a:xfrm>
      </p:grpSpPr>
      <p:sp>
        <p:nvSpPr>
          <p:cNvPr id="934" name="Rectangle 933">
            <a:extLst>
              <a:ext uri="{FF2B5EF4-FFF2-40B4-BE49-F238E27FC236}">
                <a16:creationId xmlns:a16="http://schemas.microsoft.com/office/drawing/2014/main" id="{9041D017-1601-C477-B60A-2260425D8946}"/>
              </a:ext>
            </a:extLst>
          </p:cNvPr>
          <p:cNvSpPr/>
          <p:nvPr/>
        </p:nvSpPr>
        <p:spPr>
          <a:xfrm>
            <a:off x="11264900" y="6445250"/>
            <a:ext cx="431800" cy="409575"/>
          </a:xfrm>
          <a:prstGeom prst="rect">
            <a:avLst/>
          </a:prstGeom>
          <a:solidFill>
            <a:srgbClr val="D840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935" name="Slide Number Placeholder 5">
            <a:extLst>
              <a:ext uri="{FF2B5EF4-FFF2-40B4-BE49-F238E27FC236}">
                <a16:creationId xmlns:a16="http://schemas.microsoft.com/office/drawing/2014/main" id="{A5C6ABB2-BBE3-BD96-B6F3-C9D80A87EBE7}"/>
              </a:ext>
            </a:extLst>
          </p:cNvPr>
          <p:cNvSpPr txBox="1">
            <a:spLocks/>
          </p:cNvSpPr>
          <p:nvPr/>
        </p:nvSpPr>
        <p:spPr>
          <a:xfrm>
            <a:off x="11264900" y="6523271"/>
            <a:ext cx="431800" cy="251383"/>
          </a:xfrm>
          <a:prstGeom prst="rect">
            <a:avLst/>
          </a:prstGeom>
        </p:spPr>
        <p:txBody>
          <a:bodyPr/>
          <a:lstStyle>
            <a:defPPr>
              <a:defRPr lang="en-US"/>
            </a:defPPr>
            <a:lvl1pPr marL="0" algn="ctr" defTabSz="914400" rtl="0" eaLnBrk="1" latinLnBrk="0" hangingPunct="1">
              <a:defRPr sz="1200" kern="1200">
                <a:solidFill>
                  <a:schemeClr val="bg1"/>
                </a:solidFill>
                <a:latin typeface="Inter SemiBold" panose="02000503000000020004" pitchFamily="2" charset="0"/>
                <a:ea typeface="Inter SemiBold" panose="02000503000000020004" pitchFamily="2" charset="0"/>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718DE92-95F6-42AE-AC51-BE8D9B4D4C75}" type="slidenum">
              <a:rPr lang="en-US" smtClean="0">
                <a:latin typeface="Arial" panose="020B0604020202020204" pitchFamily="34" charset="0"/>
                <a:cs typeface="Arial" panose="020B0604020202020204" pitchFamily="34" charset="0"/>
              </a:rPr>
              <a:pPr/>
              <a:t>1</a:t>
            </a:fld>
            <a:endParaRPr lang="en-US" dirty="0">
              <a:latin typeface="Arial" panose="020B0604020202020204" pitchFamily="34" charset="0"/>
              <a:cs typeface="Arial" panose="020B0604020202020204" pitchFamily="34" charset="0"/>
            </a:endParaRPr>
          </a:p>
        </p:txBody>
      </p:sp>
      <p:sp>
        <p:nvSpPr>
          <p:cNvPr id="4" name="Title 1">
            <a:extLst>
              <a:ext uri="{FF2B5EF4-FFF2-40B4-BE49-F238E27FC236}">
                <a16:creationId xmlns:a16="http://schemas.microsoft.com/office/drawing/2014/main" id="{D978FF0B-94A8-3086-ABC8-05D529736FE2}"/>
              </a:ext>
            </a:extLst>
          </p:cNvPr>
          <p:cNvSpPr txBox="1">
            <a:spLocks/>
          </p:cNvSpPr>
          <p:nvPr/>
        </p:nvSpPr>
        <p:spPr bwMode="auto">
          <a:xfrm>
            <a:off x="579120" y="146025"/>
            <a:ext cx="7620000" cy="715962"/>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r" rtl="0" eaLnBrk="1" fontAlgn="base" hangingPunct="1">
              <a:spcBef>
                <a:spcPct val="0"/>
              </a:spcBef>
              <a:spcAft>
                <a:spcPct val="0"/>
              </a:spcAft>
              <a:defRPr sz="2400" b="1">
                <a:solidFill>
                  <a:schemeClr val="tx1"/>
                </a:solidFill>
                <a:latin typeface="+mj-lt"/>
                <a:ea typeface="+mj-ea"/>
                <a:cs typeface="+mj-cs"/>
              </a:defRPr>
            </a:lvl1pPr>
            <a:lvl2pPr algn="r" rtl="0" eaLnBrk="1" fontAlgn="base" hangingPunct="1">
              <a:spcBef>
                <a:spcPct val="0"/>
              </a:spcBef>
              <a:spcAft>
                <a:spcPct val="0"/>
              </a:spcAft>
              <a:defRPr sz="2400" b="1">
                <a:solidFill>
                  <a:schemeClr val="tx1"/>
                </a:solidFill>
                <a:latin typeface="Arial" charset="0"/>
              </a:defRPr>
            </a:lvl2pPr>
            <a:lvl3pPr algn="r" rtl="0" eaLnBrk="1" fontAlgn="base" hangingPunct="1">
              <a:spcBef>
                <a:spcPct val="0"/>
              </a:spcBef>
              <a:spcAft>
                <a:spcPct val="0"/>
              </a:spcAft>
              <a:defRPr sz="2400" b="1">
                <a:solidFill>
                  <a:schemeClr val="tx1"/>
                </a:solidFill>
                <a:latin typeface="Arial" charset="0"/>
              </a:defRPr>
            </a:lvl3pPr>
            <a:lvl4pPr algn="r" rtl="0" eaLnBrk="1" fontAlgn="base" hangingPunct="1">
              <a:spcBef>
                <a:spcPct val="0"/>
              </a:spcBef>
              <a:spcAft>
                <a:spcPct val="0"/>
              </a:spcAft>
              <a:defRPr sz="2400" b="1">
                <a:solidFill>
                  <a:schemeClr val="tx1"/>
                </a:solidFill>
                <a:latin typeface="Arial" charset="0"/>
              </a:defRPr>
            </a:lvl4pPr>
            <a:lvl5pPr algn="r" rtl="0" eaLnBrk="1" fontAlgn="base" hangingPunct="1">
              <a:spcBef>
                <a:spcPct val="0"/>
              </a:spcBef>
              <a:spcAft>
                <a:spcPct val="0"/>
              </a:spcAft>
              <a:defRPr sz="2400" b="1">
                <a:solidFill>
                  <a:schemeClr val="tx1"/>
                </a:solidFill>
                <a:latin typeface="Arial" charset="0"/>
              </a:defRPr>
            </a:lvl5pPr>
            <a:lvl6pPr marL="457189" algn="r" rtl="0" eaLnBrk="1" fontAlgn="base" hangingPunct="1">
              <a:spcBef>
                <a:spcPct val="0"/>
              </a:spcBef>
              <a:spcAft>
                <a:spcPct val="0"/>
              </a:spcAft>
              <a:defRPr sz="2400" b="1">
                <a:solidFill>
                  <a:schemeClr val="tx1"/>
                </a:solidFill>
                <a:latin typeface="Arial" charset="0"/>
              </a:defRPr>
            </a:lvl6pPr>
            <a:lvl7pPr marL="914377" algn="r" rtl="0" eaLnBrk="1" fontAlgn="base" hangingPunct="1">
              <a:spcBef>
                <a:spcPct val="0"/>
              </a:spcBef>
              <a:spcAft>
                <a:spcPct val="0"/>
              </a:spcAft>
              <a:defRPr sz="2400" b="1">
                <a:solidFill>
                  <a:schemeClr val="tx1"/>
                </a:solidFill>
                <a:latin typeface="Arial" charset="0"/>
              </a:defRPr>
            </a:lvl7pPr>
            <a:lvl8pPr marL="1371566" algn="r" rtl="0" eaLnBrk="1" fontAlgn="base" hangingPunct="1">
              <a:spcBef>
                <a:spcPct val="0"/>
              </a:spcBef>
              <a:spcAft>
                <a:spcPct val="0"/>
              </a:spcAft>
              <a:defRPr sz="2400" b="1">
                <a:solidFill>
                  <a:schemeClr val="tx1"/>
                </a:solidFill>
                <a:latin typeface="Arial" charset="0"/>
              </a:defRPr>
            </a:lvl8pPr>
            <a:lvl9pPr marL="1828754" algn="r" rtl="0" eaLnBrk="1" fontAlgn="base" hangingPunct="1">
              <a:spcBef>
                <a:spcPct val="0"/>
              </a:spcBef>
              <a:spcAft>
                <a:spcPct val="0"/>
              </a:spcAft>
              <a:defRPr sz="2400" b="1">
                <a:solidFill>
                  <a:schemeClr val="tx1"/>
                </a:solidFill>
                <a:latin typeface="Arial" charset="0"/>
              </a:defRPr>
            </a:lvl9pPr>
          </a:lstStyle>
          <a:p>
            <a:pPr algn="l"/>
            <a:r>
              <a:rPr lang="en-US" sz="2800" kern="0" dirty="0">
                <a:solidFill>
                  <a:schemeClr val="bg1"/>
                </a:solidFill>
                <a:latin typeface="Times New Roman" panose="02020603050405020304" pitchFamily="18" charset="0"/>
                <a:cs typeface="Times New Roman" panose="02020603050405020304" pitchFamily="18" charset="0"/>
              </a:rPr>
              <a:t>Resume</a:t>
            </a:r>
          </a:p>
        </p:txBody>
      </p:sp>
      <p:sp>
        <p:nvSpPr>
          <p:cNvPr id="6" name="TextBox 5">
            <a:extLst>
              <a:ext uri="{FF2B5EF4-FFF2-40B4-BE49-F238E27FC236}">
                <a16:creationId xmlns:a16="http://schemas.microsoft.com/office/drawing/2014/main" id="{FB635A24-4987-E572-D321-42FD98A430D4}"/>
              </a:ext>
            </a:extLst>
          </p:cNvPr>
          <p:cNvSpPr txBox="1"/>
          <p:nvPr/>
        </p:nvSpPr>
        <p:spPr>
          <a:xfrm>
            <a:off x="2306089" y="6236007"/>
            <a:ext cx="7526169" cy="261610"/>
          </a:xfrm>
          <a:prstGeom prst="rect">
            <a:avLst/>
          </a:prstGeom>
          <a:noFill/>
        </p:spPr>
        <p:txBody>
          <a:bodyPr wrap="square" rtlCol="0">
            <a:spAutoFit/>
          </a:bodyPr>
          <a:lstStyle/>
          <a:p>
            <a:pPr algn="ctr"/>
            <a:r>
              <a:rPr lang="en-US" sz="1100" b="1" dirty="0">
                <a:solidFill>
                  <a:schemeClr val="bg1"/>
                </a:solidFill>
              </a:rPr>
              <a:t>Innovation &amp; Excellence   I   Customer Delight   I   Ownership   I    Respect, Fairness &amp; Transparency </a:t>
            </a:r>
            <a:endParaRPr lang="en-IN" sz="1100" b="1" dirty="0">
              <a:solidFill>
                <a:schemeClr val="bg1"/>
              </a:solidFill>
            </a:endParaRPr>
          </a:p>
        </p:txBody>
      </p:sp>
      <p:pic>
        <p:nvPicPr>
          <p:cNvPr id="8" name="Picture 7">
            <a:extLst>
              <a:ext uri="{FF2B5EF4-FFF2-40B4-BE49-F238E27FC236}">
                <a16:creationId xmlns:a16="http://schemas.microsoft.com/office/drawing/2014/main" id="{2E1388B5-67EE-C118-1A91-EF4D0DB919DC}"/>
              </a:ext>
            </a:extLst>
          </p:cNvPr>
          <p:cNvPicPr>
            <a:picLocks noChangeAspect="1"/>
          </p:cNvPicPr>
          <p:nvPr/>
        </p:nvPicPr>
        <p:blipFill>
          <a:blip r:embed="rId2"/>
          <a:stretch>
            <a:fillRect/>
          </a:stretch>
        </p:blipFill>
        <p:spPr>
          <a:xfrm>
            <a:off x="2" y="19664"/>
            <a:ext cx="12191998" cy="6858000"/>
          </a:xfrm>
          <a:prstGeom prst="rect">
            <a:avLst/>
          </a:prstGeom>
        </p:spPr>
      </p:pic>
      <p:sp>
        <p:nvSpPr>
          <p:cNvPr id="56" name="TextBox 55">
            <a:extLst>
              <a:ext uri="{FF2B5EF4-FFF2-40B4-BE49-F238E27FC236}">
                <a16:creationId xmlns:a16="http://schemas.microsoft.com/office/drawing/2014/main" id="{5EF9F3F2-F759-78BF-CD9B-A77DE8EAD148}"/>
              </a:ext>
            </a:extLst>
          </p:cNvPr>
          <p:cNvSpPr txBox="1"/>
          <p:nvPr/>
        </p:nvSpPr>
        <p:spPr>
          <a:xfrm>
            <a:off x="11257280" y="467360"/>
            <a:ext cx="184731" cy="369332"/>
          </a:xfrm>
          <a:prstGeom prst="rect">
            <a:avLst/>
          </a:prstGeom>
          <a:noFill/>
        </p:spPr>
        <p:txBody>
          <a:bodyPr wrap="none" rtlCol="0">
            <a:spAutoFit/>
          </a:bodyPr>
          <a:lstStyle/>
          <a:p>
            <a:endParaRPr lang="en-IN"/>
          </a:p>
        </p:txBody>
      </p:sp>
      <p:pic>
        <p:nvPicPr>
          <p:cNvPr id="3" name="Image 0" descr="/home/claude/dmsie/logo.png">
            <a:extLst>
              <a:ext uri="{FF2B5EF4-FFF2-40B4-BE49-F238E27FC236}">
                <a16:creationId xmlns:a16="http://schemas.microsoft.com/office/drawing/2014/main" id="{91C4279C-0CFB-7348-97D1-10EC4FC3028D}"/>
              </a:ext>
            </a:extLst>
          </p:cNvPr>
          <p:cNvPicPr>
            <a:picLocks noChangeAspect="1"/>
          </p:cNvPicPr>
          <p:nvPr/>
        </p:nvPicPr>
        <p:blipFill>
          <a:blip r:embed="rId3"/>
          <a:stretch/>
        </p:blipFill>
        <p:spPr>
          <a:xfrm>
            <a:off x="8458879" y="133604"/>
            <a:ext cx="3605302" cy="667512"/>
          </a:xfrm>
          <a:prstGeom prst="rect">
            <a:avLst/>
          </a:prstGeom>
        </p:spPr>
      </p:pic>
    </p:spTree>
    <p:extLst>
      <p:ext uri="{BB962C8B-B14F-4D97-AF65-F5344CB8AC3E}">
        <p14:creationId xmlns:p14="http://schemas.microsoft.com/office/powerpoint/2010/main" val="25974325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extBox 11">
            <a:extLst>
              <a:ext uri="{FF2B5EF4-FFF2-40B4-BE49-F238E27FC236}">
                <a16:creationId xmlns:a16="http://schemas.microsoft.com/office/drawing/2014/main" id="{7156741A-C1A8-4174-88B1-1921E7A6EC41}"/>
              </a:ext>
            </a:extLst>
          </p:cNvPr>
          <p:cNvSpPr txBox="1"/>
          <p:nvPr/>
        </p:nvSpPr>
        <p:spPr>
          <a:xfrm>
            <a:off x="387214" y="231802"/>
            <a:ext cx="7621972" cy="738662"/>
          </a:xfrm>
          <a:prstGeom prst="rect">
            <a:avLst/>
          </a:prstGeom>
          <a:ln w="254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tIns="91439" bIns="91439">
            <a:spAutoFit/>
          </a:bodyPr>
          <a:lstStyle>
            <a:lvl1pPr algn="ctr">
              <a:defRPr sz="6200">
                <a:solidFill>
                  <a:srgbClr val="212121"/>
                </a:solidFill>
                <a:latin typeface="StratumNo1-Black"/>
                <a:ea typeface="StratumNo1-Black"/>
                <a:cs typeface="StratumNo1-Black"/>
                <a:sym typeface="StratumNo1-Black"/>
              </a:defRPr>
            </a:lvl1pPr>
          </a:lstStyle>
          <a:p>
            <a:pPr algn="l"/>
            <a:endParaRPr sz="3600" dirty="0">
              <a:latin typeface="Times New Roman" panose="02020603050405020304" pitchFamily="18" charset="0"/>
              <a:cs typeface="Times New Roman" panose="02020603050405020304" pitchFamily="18" charset="0"/>
            </a:endParaRPr>
          </a:p>
        </p:txBody>
      </p:sp>
      <p:sp>
        <p:nvSpPr>
          <p:cNvPr id="41" name="Text Placeholder 40">
            <a:extLst>
              <a:ext uri="{FF2B5EF4-FFF2-40B4-BE49-F238E27FC236}">
                <a16:creationId xmlns:a16="http://schemas.microsoft.com/office/drawing/2014/main" id="{B1D42A06-BD6F-4D16-83ED-3CFB4A510420}"/>
              </a:ext>
            </a:extLst>
          </p:cNvPr>
          <p:cNvSpPr>
            <a:spLocks noGrp="1"/>
          </p:cNvSpPr>
          <p:nvPr>
            <p:ph type="body" sz="quarter" idx="10"/>
          </p:nvPr>
        </p:nvSpPr>
        <p:spPr>
          <a:xfrm>
            <a:off x="495300" y="320483"/>
            <a:ext cx="11201400" cy="558800"/>
          </a:xfrm>
        </p:spPr>
        <p:txBody>
          <a:bodyPr/>
          <a:lstStyle/>
          <a:p>
            <a:r>
              <a:rPr lang="en-US" sz="2800" dirty="0">
                <a:solidFill>
                  <a:schemeClr val="bg1"/>
                </a:solidFill>
                <a:latin typeface="Times New Roman" panose="02020603050405020304" pitchFamily="18" charset="0"/>
                <a:cs typeface="Times New Roman" panose="02020603050405020304" pitchFamily="18" charset="0"/>
              </a:rPr>
              <a:t>My understanding about SKH</a:t>
            </a:r>
            <a:endParaRPr lang="en-US" sz="2800" b="1" dirty="0">
              <a:solidFill>
                <a:schemeClr val="bg1"/>
              </a:solidFill>
              <a:latin typeface="Times New Roman" panose="02020603050405020304" pitchFamily="18" charset="0"/>
              <a:cs typeface="Times New Roman" panose="02020603050405020304" pitchFamily="18" charset="0"/>
            </a:endParaRPr>
          </a:p>
        </p:txBody>
      </p:sp>
      <p:sp>
        <p:nvSpPr>
          <p:cNvPr id="39" name="Rectangle 38">
            <a:extLst>
              <a:ext uri="{FF2B5EF4-FFF2-40B4-BE49-F238E27FC236}">
                <a16:creationId xmlns:a16="http://schemas.microsoft.com/office/drawing/2014/main" id="{F0DC1FA1-AB32-4924-8A72-568F25DF27B7}"/>
              </a:ext>
            </a:extLst>
          </p:cNvPr>
          <p:cNvSpPr/>
          <p:nvPr/>
        </p:nvSpPr>
        <p:spPr>
          <a:xfrm>
            <a:off x="11346426" y="6533103"/>
            <a:ext cx="265471" cy="251383"/>
          </a:xfrm>
          <a:prstGeom prst="rect">
            <a:avLst/>
          </a:prstGeom>
          <a:solidFill>
            <a:srgbClr val="D840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Times New Roman" panose="02020603050405020304" pitchFamily="18" charset="0"/>
              <a:cs typeface="Times New Roman" panose="02020603050405020304" pitchFamily="18" charset="0"/>
            </a:endParaRPr>
          </a:p>
        </p:txBody>
      </p:sp>
      <p:sp>
        <p:nvSpPr>
          <p:cNvPr id="40" name="Slide Number Placeholder 5">
            <a:extLst>
              <a:ext uri="{FF2B5EF4-FFF2-40B4-BE49-F238E27FC236}">
                <a16:creationId xmlns:a16="http://schemas.microsoft.com/office/drawing/2014/main" id="{EE084B63-2617-468C-BBB9-3A2F831D951A}"/>
              </a:ext>
            </a:extLst>
          </p:cNvPr>
          <p:cNvSpPr txBox="1">
            <a:spLocks/>
          </p:cNvSpPr>
          <p:nvPr/>
        </p:nvSpPr>
        <p:spPr>
          <a:xfrm>
            <a:off x="11264900" y="6523271"/>
            <a:ext cx="431800" cy="251383"/>
          </a:xfrm>
          <a:prstGeom prst="rect">
            <a:avLst/>
          </a:prstGeom>
        </p:spPr>
        <p:txBody>
          <a:bodyPr/>
          <a:lstStyle>
            <a:defPPr>
              <a:defRPr lang="en-US"/>
            </a:defPPr>
            <a:lvl1pPr marL="0" algn="ctr" defTabSz="914400" rtl="0" eaLnBrk="1" latinLnBrk="0" hangingPunct="1">
              <a:defRPr sz="1200" kern="1200">
                <a:solidFill>
                  <a:schemeClr val="bg1"/>
                </a:solidFill>
                <a:latin typeface="Inter SemiBold" panose="02000503000000020004" pitchFamily="2" charset="0"/>
                <a:ea typeface="Inter SemiBold" panose="02000503000000020004" pitchFamily="2" charset="0"/>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718DE92-95F6-42AE-AC51-BE8D9B4D4C75}" type="slidenum">
              <a:rPr lang="en-US" smtClean="0">
                <a:latin typeface="Times New Roman" panose="02020603050405020304" pitchFamily="18" charset="0"/>
                <a:cs typeface="Times New Roman" panose="02020603050405020304" pitchFamily="18" charset="0"/>
              </a:rPr>
              <a:pPr/>
              <a:t>2</a:t>
            </a:fld>
            <a:endParaRPr lang="en-US"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D90C2524-B1C4-E247-5A4A-C87C1A551A53}"/>
              </a:ext>
            </a:extLst>
          </p:cNvPr>
          <p:cNvSpPr txBox="1"/>
          <p:nvPr/>
        </p:nvSpPr>
        <p:spPr>
          <a:xfrm>
            <a:off x="826334" y="3848165"/>
            <a:ext cx="2264555" cy="400110"/>
          </a:xfrm>
          <a:prstGeom prst="rect">
            <a:avLst/>
          </a:prstGeom>
          <a:noFill/>
        </p:spPr>
        <p:txBody>
          <a:bodyPr wrap="square" rtlCol="0">
            <a:spAutoFit/>
          </a:bodyPr>
          <a:lstStyle/>
          <a:p>
            <a:r>
              <a:rPr lang="en-IN" sz="2000" b="1" dirty="0">
                <a:solidFill>
                  <a:srgbClr val="0070C0"/>
                </a:solidFill>
                <a:latin typeface="Times New Roman" panose="02020603050405020304" pitchFamily="18" charset="0"/>
                <a:cs typeface="Times New Roman" panose="02020603050405020304" pitchFamily="18" charset="0"/>
              </a:rPr>
              <a:t>Core Values</a:t>
            </a:r>
            <a:r>
              <a:rPr lang="en-IN" sz="2000" dirty="0">
                <a:solidFill>
                  <a:srgbClr val="0070C0"/>
                </a:solidFill>
                <a:latin typeface="Times New Roman" panose="02020603050405020304" pitchFamily="18" charset="0"/>
                <a:cs typeface="Times New Roman" panose="02020603050405020304" pitchFamily="18" charset="0"/>
              </a:rPr>
              <a:t>:</a:t>
            </a:r>
          </a:p>
        </p:txBody>
      </p:sp>
      <p:sp>
        <p:nvSpPr>
          <p:cNvPr id="17" name="TextBox 16">
            <a:extLst>
              <a:ext uri="{FF2B5EF4-FFF2-40B4-BE49-F238E27FC236}">
                <a16:creationId xmlns:a16="http://schemas.microsoft.com/office/drawing/2014/main" id="{BF8E2CD4-3F35-CF61-3B12-973A5263B78E}"/>
              </a:ext>
            </a:extLst>
          </p:cNvPr>
          <p:cNvSpPr txBox="1"/>
          <p:nvPr/>
        </p:nvSpPr>
        <p:spPr>
          <a:xfrm>
            <a:off x="494772" y="5669987"/>
            <a:ext cx="2710661" cy="369332"/>
          </a:xfrm>
          <a:prstGeom prst="rect">
            <a:avLst/>
          </a:prstGeom>
          <a:noFill/>
        </p:spPr>
        <p:txBody>
          <a:bodyPr wrap="square" rtlCol="0">
            <a:spAutoFit/>
          </a:bodyPr>
          <a:lstStyle>
            <a:defPPr>
              <a:defRPr lang="en-US"/>
            </a:defPPr>
            <a:lvl1pPr algn="ctr">
              <a:defRPr b="1">
                <a:solidFill>
                  <a:srgbClr val="FF0000"/>
                </a:solidFill>
                <a:latin typeface="Frutiger" panose="00000400000000000000" pitchFamily="2" charset="0"/>
              </a:defRPr>
            </a:lvl1pPr>
          </a:lstStyle>
          <a:p>
            <a:r>
              <a:rPr lang="en-IN" dirty="0">
                <a:solidFill>
                  <a:srgbClr val="0070C0"/>
                </a:solidFill>
                <a:latin typeface="Times New Roman" panose="02020603050405020304" pitchFamily="18" charset="0"/>
                <a:cs typeface="Times New Roman" panose="02020603050405020304" pitchFamily="18" charset="0"/>
              </a:rPr>
              <a:t>Innovation &amp; Excellence</a:t>
            </a:r>
          </a:p>
        </p:txBody>
      </p:sp>
      <p:sp>
        <p:nvSpPr>
          <p:cNvPr id="24" name="TextBox 23">
            <a:extLst>
              <a:ext uri="{FF2B5EF4-FFF2-40B4-BE49-F238E27FC236}">
                <a16:creationId xmlns:a16="http://schemas.microsoft.com/office/drawing/2014/main" id="{7BC2C9B9-E5CC-057D-C0BE-748ECE6DCC41}"/>
              </a:ext>
            </a:extLst>
          </p:cNvPr>
          <p:cNvSpPr txBox="1"/>
          <p:nvPr/>
        </p:nvSpPr>
        <p:spPr>
          <a:xfrm>
            <a:off x="3480738" y="5679800"/>
            <a:ext cx="2010927" cy="369332"/>
          </a:xfrm>
          <a:prstGeom prst="rect">
            <a:avLst/>
          </a:prstGeom>
          <a:noFill/>
        </p:spPr>
        <p:txBody>
          <a:bodyPr wrap="square" rtlCol="0">
            <a:spAutoFit/>
          </a:bodyPr>
          <a:lstStyle>
            <a:defPPr>
              <a:defRPr lang="en-US"/>
            </a:defPPr>
            <a:lvl1pPr algn="ctr">
              <a:defRPr b="1">
                <a:solidFill>
                  <a:srgbClr val="FF0000"/>
                </a:solidFill>
                <a:latin typeface="Frutiger" panose="00000400000000000000" pitchFamily="2" charset="0"/>
              </a:defRPr>
            </a:lvl1pPr>
          </a:lstStyle>
          <a:p>
            <a:r>
              <a:rPr lang="en-IN" dirty="0">
                <a:solidFill>
                  <a:srgbClr val="0070C0"/>
                </a:solidFill>
                <a:latin typeface="Times New Roman" panose="02020603050405020304" pitchFamily="18" charset="0"/>
                <a:cs typeface="Times New Roman" panose="02020603050405020304" pitchFamily="18" charset="0"/>
              </a:rPr>
              <a:t>Customer Delight </a:t>
            </a:r>
          </a:p>
        </p:txBody>
      </p:sp>
      <p:sp>
        <p:nvSpPr>
          <p:cNvPr id="25" name="TextBox 24">
            <a:extLst>
              <a:ext uri="{FF2B5EF4-FFF2-40B4-BE49-F238E27FC236}">
                <a16:creationId xmlns:a16="http://schemas.microsoft.com/office/drawing/2014/main" id="{FEF35A1B-F109-8317-685D-3520ADD73349}"/>
              </a:ext>
            </a:extLst>
          </p:cNvPr>
          <p:cNvSpPr txBox="1"/>
          <p:nvPr/>
        </p:nvSpPr>
        <p:spPr>
          <a:xfrm>
            <a:off x="6102909" y="5684379"/>
            <a:ext cx="2010927" cy="369332"/>
          </a:xfrm>
          <a:prstGeom prst="rect">
            <a:avLst/>
          </a:prstGeom>
          <a:noFill/>
        </p:spPr>
        <p:txBody>
          <a:bodyPr wrap="square" rtlCol="0">
            <a:spAutoFit/>
          </a:bodyPr>
          <a:lstStyle>
            <a:defPPr>
              <a:defRPr lang="en-US"/>
            </a:defPPr>
            <a:lvl1pPr algn="ctr">
              <a:defRPr b="1">
                <a:solidFill>
                  <a:srgbClr val="FF0000"/>
                </a:solidFill>
                <a:latin typeface="Frutiger" panose="00000400000000000000" pitchFamily="2" charset="0"/>
              </a:defRPr>
            </a:lvl1pPr>
          </a:lstStyle>
          <a:p>
            <a:r>
              <a:rPr lang="en-IN" dirty="0">
                <a:solidFill>
                  <a:srgbClr val="0070C0"/>
                </a:solidFill>
                <a:latin typeface="Times New Roman" panose="02020603050405020304" pitchFamily="18" charset="0"/>
                <a:cs typeface="Times New Roman" panose="02020603050405020304" pitchFamily="18" charset="0"/>
              </a:rPr>
              <a:t>Ownership</a:t>
            </a:r>
          </a:p>
        </p:txBody>
      </p:sp>
      <p:sp>
        <p:nvSpPr>
          <p:cNvPr id="26" name="TextBox 25">
            <a:extLst>
              <a:ext uri="{FF2B5EF4-FFF2-40B4-BE49-F238E27FC236}">
                <a16:creationId xmlns:a16="http://schemas.microsoft.com/office/drawing/2014/main" id="{D01476DD-BC52-A5BE-D17E-F550A2047D8B}"/>
              </a:ext>
            </a:extLst>
          </p:cNvPr>
          <p:cNvSpPr txBox="1"/>
          <p:nvPr/>
        </p:nvSpPr>
        <p:spPr>
          <a:xfrm>
            <a:off x="8628592" y="5616242"/>
            <a:ext cx="2262670" cy="646331"/>
          </a:xfrm>
          <a:prstGeom prst="rect">
            <a:avLst/>
          </a:prstGeom>
          <a:noFill/>
        </p:spPr>
        <p:txBody>
          <a:bodyPr wrap="square" rtlCol="0">
            <a:spAutoFit/>
          </a:bodyPr>
          <a:lstStyle>
            <a:defPPr>
              <a:defRPr lang="en-US"/>
            </a:defPPr>
            <a:lvl1pPr algn="ctr">
              <a:defRPr b="1">
                <a:solidFill>
                  <a:srgbClr val="FF0000"/>
                </a:solidFill>
                <a:latin typeface="Frutiger" panose="00000400000000000000" pitchFamily="2" charset="0"/>
              </a:defRPr>
            </a:lvl1pPr>
          </a:lstStyle>
          <a:p>
            <a:r>
              <a:rPr lang="en-IN" dirty="0">
                <a:solidFill>
                  <a:srgbClr val="0070C0"/>
                </a:solidFill>
                <a:latin typeface="Times New Roman" panose="02020603050405020304" pitchFamily="18" charset="0"/>
                <a:cs typeface="Times New Roman" panose="02020603050405020304" pitchFamily="18" charset="0"/>
              </a:rPr>
              <a:t>Respect, Fairness &amp; Transparency</a:t>
            </a:r>
          </a:p>
        </p:txBody>
      </p:sp>
      <p:graphicFrame>
        <p:nvGraphicFramePr>
          <p:cNvPr id="7" name="Object 6">
            <a:extLst>
              <a:ext uri="{FF2B5EF4-FFF2-40B4-BE49-F238E27FC236}">
                <a16:creationId xmlns:a16="http://schemas.microsoft.com/office/drawing/2014/main" id="{51F42BE0-E20B-9F60-0B00-7A13719F47A3}"/>
              </a:ext>
            </a:extLst>
          </p:cNvPr>
          <p:cNvGraphicFramePr>
            <a:graphicFrameLocks/>
          </p:cNvGraphicFramePr>
          <p:nvPr>
            <p:extLst>
              <p:ext uri="{D42A27DB-BD31-4B8C-83A1-F6EECF244321}">
                <p14:modId xmlns:p14="http://schemas.microsoft.com/office/powerpoint/2010/main" val="1759299918"/>
              </p:ext>
            </p:extLst>
          </p:nvPr>
        </p:nvGraphicFramePr>
        <p:xfrm>
          <a:off x="3843501" y="4311276"/>
          <a:ext cx="1260000" cy="1260000"/>
        </p:xfrm>
        <a:graphic>
          <a:graphicData uri="http://schemas.openxmlformats.org/presentationml/2006/ole">
            <mc:AlternateContent xmlns:mc="http://schemas.openxmlformats.org/markup-compatibility/2006">
              <mc:Choice xmlns:v="urn:schemas-microsoft-com:vml" Requires="v">
                <p:oleObj name="Bitmap Image" r:id="rId2" imgW="2390760" imgH="2390760" progId="Paint.Picture">
                  <p:embed/>
                </p:oleObj>
              </mc:Choice>
              <mc:Fallback>
                <p:oleObj name="Bitmap Image" r:id="rId2" imgW="2390760" imgH="2390760" progId="Paint.Picture">
                  <p:embed/>
                  <p:pic>
                    <p:nvPicPr>
                      <p:cNvPr id="7" name="Object 6">
                        <a:extLst>
                          <a:ext uri="{FF2B5EF4-FFF2-40B4-BE49-F238E27FC236}">
                            <a16:creationId xmlns:a16="http://schemas.microsoft.com/office/drawing/2014/main" id="{51F42BE0-E20B-9F60-0B00-7A13719F47A3}"/>
                          </a:ext>
                        </a:extLst>
                      </p:cNvPr>
                      <p:cNvPicPr/>
                      <p:nvPr/>
                    </p:nvPicPr>
                    <p:blipFill>
                      <a:blip r:embed="rId3"/>
                      <a:stretch>
                        <a:fillRect/>
                      </a:stretch>
                    </p:blipFill>
                    <p:spPr>
                      <a:xfrm>
                        <a:off x="3843501" y="4311276"/>
                        <a:ext cx="1260000" cy="1260000"/>
                      </a:xfrm>
                      <a:prstGeom prst="rect">
                        <a:avLst/>
                      </a:prstGeom>
                    </p:spPr>
                  </p:pic>
                </p:oleObj>
              </mc:Fallback>
            </mc:AlternateContent>
          </a:graphicData>
        </a:graphic>
      </p:graphicFrame>
      <p:graphicFrame>
        <p:nvGraphicFramePr>
          <p:cNvPr id="9" name="Object 8">
            <a:extLst>
              <a:ext uri="{FF2B5EF4-FFF2-40B4-BE49-F238E27FC236}">
                <a16:creationId xmlns:a16="http://schemas.microsoft.com/office/drawing/2014/main" id="{07303A0D-8E11-3EDC-196E-383BD20BE0FB}"/>
              </a:ext>
            </a:extLst>
          </p:cNvPr>
          <p:cNvGraphicFramePr>
            <a:graphicFrameLocks/>
          </p:cNvGraphicFramePr>
          <p:nvPr>
            <p:extLst>
              <p:ext uri="{D42A27DB-BD31-4B8C-83A1-F6EECF244321}">
                <p14:modId xmlns:p14="http://schemas.microsoft.com/office/powerpoint/2010/main" val="3352257700"/>
              </p:ext>
            </p:extLst>
          </p:nvPr>
        </p:nvGraphicFramePr>
        <p:xfrm>
          <a:off x="6472227" y="4311276"/>
          <a:ext cx="1260000" cy="1260000"/>
        </p:xfrm>
        <a:graphic>
          <a:graphicData uri="http://schemas.openxmlformats.org/presentationml/2006/ole">
            <mc:AlternateContent xmlns:mc="http://schemas.openxmlformats.org/markup-compatibility/2006">
              <mc:Choice xmlns:v="urn:schemas-microsoft-com:vml" Requires="v">
                <p:oleObj name="Bitmap Image" r:id="rId4" imgW="1990800" imgH="1990800" progId="PBrush">
                  <p:embed/>
                </p:oleObj>
              </mc:Choice>
              <mc:Fallback>
                <p:oleObj name="Bitmap Image" r:id="rId4" imgW="1990800" imgH="1990800" progId="PBrush">
                  <p:embed/>
                  <p:pic>
                    <p:nvPicPr>
                      <p:cNvPr id="9" name="Object 8">
                        <a:extLst>
                          <a:ext uri="{FF2B5EF4-FFF2-40B4-BE49-F238E27FC236}">
                            <a16:creationId xmlns:a16="http://schemas.microsoft.com/office/drawing/2014/main" id="{07303A0D-8E11-3EDC-196E-383BD20BE0FB}"/>
                          </a:ext>
                        </a:extLst>
                      </p:cNvPr>
                      <p:cNvPicPr/>
                      <p:nvPr/>
                    </p:nvPicPr>
                    <p:blipFill>
                      <a:blip r:embed="rId5"/>
                      <a:stretch>
                        <a:fillRect/>
                      </a:stretch>
                    </p:blipFill>
                    <p:spPr>
                      <a:xfrm>
                        <a:off x="6472227" y="4311276"/>
                        <a:ext cx="1260000" cy="1260000"/>
                      </a:xfrm>
                      <a:prstGeom prst="rect">
                        <a:avLst/>
                      </a:prstGeom>
                    </p:spPr>
                  </p:pic>
                </p:oleObj>
              </mc:Fallback>
            </mc:AlternateContent>
          </a:graphicData>
        </a:graphic>
      </p:graphicFrame>
      <p:graphicFrame>
        <p:nvGraphicFramePr>
          <p:cNvPr id="10" name="Object 9">
            <a:extLst>
              <a:ext uri="{FF2B5EF4-FFF2-40B4-BE49-F238E27FC236}">
                <a16:creationId xmlns:a16="http://schemas.microsoft.com/office/drawing/2014/main" id="{9D580091-18D4-FB26-9CEE-C87426EF1153}"/>
              </a:ext>
            </a:extLst>
          </p:cNvPr>
          <p:cNvGraphicFramePr>
            <a:graphicFrameLocks/>
          </p:cNvGraphicFramePr>
          <p:nvPr>
            <p:extLst>
              <p:ext uri="{D42A27DB-BD31-4B8C-83A1-F6EECF244321}">
                <p14:modId xmlns:p14="http://schemas.microsoft.com/office/powerpoint/2010/main" val="656930307"/>
              </p:ext>
            </p:extLst>
          </p:nvPr>
        </p:nvGraphicFramePr>
        <p:xfrm>
          <a:off x="1214775" y="4311276"/>
          <a:ext cx="1260000" cy="1260000"/>
        </p:xfrm>
        <a:graphic>
          <a:graphicData uri="http://schemas.openxmlformats.org/presentationml/2006/ole">
            <mc:AlternateContent xmlns:mc="http://schemas.openxmlformats.org/markup-compatibility/2006">
              <mc:Choice xmlns:v="urn:schemas-microsoft-com:vml" Requires="v">
                <p:oleObj name="Bitmap Image" r:id="rId6" imgW="1990800" imgH="1990800" progId="Paint.Picture">
                  <p:embed/>
                </p:oleObj>
              </mc:Choice>
              <mc:Fallback>
                <p:oleObj name="Bitmap Image" r:id="rId6" imgW="1990800" imgH="1990800" progId="Paint.Picture">
                  <p:embed/>
                  <p:pic>
                    <p:nvPicPr>
                      <p:cNvPr id="10" name="Object 9">
                        <a:extLst>
                          <a:ext uri="{FF2B5EF4-FFF2-40B4-BE49-F238E27FC236}">
                            <a16:creationId xmlns:a16="http://schemas.microsoft.com/office/drawing/2014/main" id="{9D580091-18D4-FB26-9CEE-C87426EF1153}"/>
                          </a:ext>
                        </a:extLst>
                      </p:cNvPr>
                      <p:cNvPicPr preferRelativeResize="0"/>
                      <p:nvPr/>
                    </p:nvPicPr>
                    <p:blipFill>
                      <a:blip r:embed="rId7"/>
                      <a:stretch>
                        <a:fillRect/>
                      </a:stretch>
                    </p:blipFill>
                    <p:spPr>
                      <a:xfrm>
                        <a:off x="1214775" y="4311276"/>
                        <a:ext cx="1260000" cy="1260000"/>
                      </a:xfrm>
                      <a:prstGeom prst="rect">
                        <a:avLst/>
                      </a:prstGeom>
                      <a:noFill/>
                    </p:spPr>
                  </p:pic>
                </p:oleObj>
              </mc:Fallback>
            </mc:AlternateContent>
          </a:graphicData>
        </a:graphic>
      </p:graphicFrame>
      <p:graphicFrame>
        <p:nvGraphicFramePr>
          <p:cNvPr id="13" name="Object 12">
            <a:extLst>
              <a:ext uri="{FF2B5EF4-FFF2-40B4-BE49-F238E27FC236}">
                <a16:creationId xmlns:a16="http://schemas.microsoft.com/office/drawing/2014/main" id="{2458945C-6191-71FB-FA64-11F3B1134A33}"/>
              </a:ext>
            </a:extLst>
          </p:cNvPr>
          <p:cNvGraphicFramePr>
            <a:graphicFrameLocks/>
          </p:cNvGraphicFramePr>
          <p:nvPr>
            <p:extLst>
              <p:ext uri="{D42A27DB-BD31-4B8C-83A1-F6EECF244321}">
                <p14:modId xmlns:p14="http://schemas.microsoft.com/office/powerpoint/2010/main" val="3373313169"/>
              </p:ext>
            </p:extLst>
          </p:nvPr>
        </p:nvGraphicFramePr>
        <p:xfrm>
          <a:off x="9100953" y="4311276"/>
          <a:ext cx="1260000" cy="1260000"/>
        </p:xfrm>
        <a:graphic>
          <a:graphicData uri="http://schemas.openxmlformats.org/presentationml/2006/ole">
            <mc:AlternateContent xmlns:mc="http://schemas.openxmlformats.org/markup-compatibility/2006">
              <mc:Choice xmlns:v="urn:schemas-microsoft-com:vml" Requires="v">
                <p:oleObj name="Bitmap Image" r:id="rId8" imgW="1990800" imgH="1990800" progId="Paint.Picture">
                  <p:embed/>
                </p:oleObj>
              </mc:Choice>
              <mc:Fallback>
                <p:oleObj name="Bitmap Image" r:id="rId8" imgW="1990800" imgH="1990800" progId="Paint.Picture">
                  <p:embed/>
                  <p:pic>
                    <p:nvPicPr>
                      <p:cNvPr id="13" name="Object 12">
                        <a:extLst>
                          <a:ext uri="{FF2B5EF4-FFF2-40B4-BE49-F238E27FC236}">
                            <a16:creationId xmlns:a16="http://schemas.microsoft.com/office/drawing/2014/main" id="{2458945C-6191-71FB-FA64-11F3B1134A33}"/>
                          </a:ext>
                        </a:extLst>
                      </p:cNvPr>
                      <p:cNvPicPr/>
                      <p:nvPr/>
                    </p:nvPicPr>
                    <p:blipFill>
                      <a:blip r:embed="rId9"/>
                      <a:stretch>
                        <a:fillRect/>
                      </a:stretch>
                    </p:blipFill>
                    <p:spPr>
                      <a:xfrm>
                        <a:off x="9100953" y="4311276"/>
                        <a:ext cx="1260000" cy="1260000"/>
                      </a:xfrm>
                      <a:prstGeom prst="rect">
                        <a:avLst/>
                      </a:prstGeom>
                    </p:spPr>
                  </p:pic>
                </p:oleObj>
              </mc:Fallback>
            </mc:AlternateContent>
          </a:graphicData>
        </a:graphic>
      </p:graphicFrame>
      <p:grpSp>
        <p:nvGrpSpPr>
          <p:cNvPr id="22" name="Group 21">
            <a:extLst>
              <a:ext uri="{FF2B5EF4-FFF2-40B4-BE49-F238E27FC236}">
                <a16:creationId xmlns:a16="http://schemas.microsoft.com/office/drawing/2014/main" id="{9C58B919-98DC-CB24-8407-783BAB671A98}"/>
              </a:ext>
            </a:extLst>
          </p:cNvPr>
          <p:cNvGrpSpPr/>
          <p:nvPr/>
        </p:nvGrpSpPr>
        <p:grpSpPr>
          <a:xfrm>
            <a:off x="1025819" y="2377012"/>
            <a:ext cx="1800001" cy="1466406"/>
            <a:chOff x="374327" y="1259631"/>
            <a:chExt cx="1864103" cy="1488409"/>
          </a:xfrm>
        </p:grpSpPr>
        <p:pic>
          <p:nvPicPr>
            <p:cNvPr id="21" name="Picture 20">
              <a:extLst>
                <a:ext uri="{FF2B5EF4-FFF2-40B4-BE49-F238E27FC236}">
                  <a16:creationId xmlns:a16="http://schemas.microsoft.com/office/drawing/2014/main" id="{E9FE7139-ACB2-AB7E-708B-FCFE8FA1F88C}"/>
                </a:ext>
              </a:extLst>
            </p:cNvPr>
            <p:cNvPicPr>
              <a:picLocks noChangeAspect="1"/>
            </p:cNvPicPr>
            <p:nvPr/>
          </p:nvPicPr>
          <p:blipFill rotWithShape="1">
            <a:blip r:embed="rId10"/>
            <a:srcRect/>
            <a:stretch>
              <a:fillRect/>
            </a:stretch>
          </p:blipFill>
          <p:spPr>
            <a:xfrm>
              <a:off x="703864" y="1319651"/>
              <a:ext cx="1205027" cy="1428389"/>
            </a:xfrm>
            <a:prstGeom prst="rect">
              <a:avLst/>
            </a:prstGeom>
          </p:spPr>
        </p:pic>
        <p:sp>
          <p:nvSpPr>
            <p:cNvPr id="15" name="TextBox 14">
              <a:extLst>
                <a:ext uri="{FF2B5EF4-FFF2-40B4-BE49-F238E27FC236}">
                  <a16:creationId xmlns:a16="http://schemas.microsoft.com/office/drawing/2014/main" id="{9D05F5F4-D756-0875-76CC-E890E7FB87AA}"/>
                </a:ext>
              </a:extLst>
            </p:cNvPr>
            <p:cNvSpPr txBox="1"/>
            <p:nvPr/>
          </p:nvSpPr>
          <p:spPr>
            <a:xfrm>
              <a:off x="374327" y="1259631"/>
              <a:ext cx="1864103" cy="406114"/>
            </a:xfrm>
            <a:prstGeom prst="rect">
              <a:avLst/>
            </a:prstGeom>
            <a:noFill/>
          </p:spPr>
          <p:txBody>
            <a:bodyPr wrap="square" rtlCol="0">
              <a:spAutoFit/>
            </a:bodyPr>
            <a:lstStyle>
              <a:defPPr>
                <a:defRPr lang="en-US"/>
              </a:defPPr>
              <a:lvl1pPr algn="ctr">
                <a:defRPr b="1">
                  <a:solidFill>
                    <a:srgbClr val="FF0000"/>
                  </a:solidFill>
                  <a:latin typeface="Frutiger" panose="00000400000000000000" pitchFamily="2" charset="0"/>
                </a:defRPr>
              </a:lvl1pPr>
            </a:lstStyle>
            <a:p>
              <a:r>
                <a:rPr lang="en-IN" sz="2000" dirty="0">
                  <a:solidFill>
                    <a:srgbClr val="0070C0"/>
                  </a:solidFill>
                  <a:latin typeface="Times New Roman" panose="02020603050405020304" pitchFamily="18" charset="0"/>
                  <a:cs typeface="Times New Roman" panose="02020603050405020304" pitchFamily="18" charset="0"/>
                </a:rPr>
                <a:t>Technology</a:t>
              </a:r>
            </a:p>
          </p:txBody>
        </p:sp>
      </p:grpSp>
      <p:grpSp>
        <p:nvGrpSpPr>
          <p:cNvPr id="23" name="Group 22">
            <a:extLst>
              <a:ext uri="{FF2B5EF4-FFF2-40B4-BE49-F238E27FC236}">
                <a16:creationId xmlns:a16="http://schemas.microsoft.com/office/drawing/2014/main" id="{1F8314B8-5B0D-9D4B-B9BF-B9D25864ECF4}"/>
              </a:ext>
            </a:extLst>
          </p:cNvPr>
          <p:cNvGrpSpPr/>
          <p:nvPr/>
        </p:nvGrpSpPr>
        <p:grpSpPr>
          <a:xfrm>
            <a:off x="3424219" y="2421666"/>
            <a:ext cx="1800000" cy="1440000"/>
            <a:chOff x="1706928" y="1255730"/>
            <a:chExt cx="1248303" cy="1603686"/>
          </a:xfrm>
        </p:grpSpPr>
        <p:pic>
          <p:nvPicPr>
            <p:cNvPr id="20" name="Picture 19">
              <a:extLst>
                <a:ext uri="{FF2B5EF4-FFF2-40B4-BE49-F238E27FC236}">
                  <a16:creationId xmlns:a16="http://schemas.microsoft.com/office/drawing/2014/main" id="{82CCEABD-BF9A-FE68-0638-B2511521291A}"/>
                </a:ext>
              </a:extLst>
            </p:cNvPr>
            <p:cNvPicPr>
              <a:picLocks noChangeAspect="1"/>
            </p:cNvPicPr>
            <p:nvPr/>
          </p:nvPicPr>
          <p:blipFill rotWithShape="1">
            <a:blip r:embed="rId11"/>
            <a:srcRect/>
            <a:stretch>
              <a:fillRect/>
            </a:stretch>
          </p:blipFill>
          <p:spPr>
            <a:xfrm>
              <a:off x="2060216" y="1313055"/>
              <a:ext cx="645706" cy="1546361"/>
            </a:xfrm>
            <a:prstGeom prst="rect">
              <a:avLst/>
            </a:prstGeom>
          </p:spPr>
        </p:pic>
        <p:sp>
          <p:nvSpPr>
            <p:cNvPr id="16" name="TextBox 15">
              <a:extLst>
                <a:ext uri="{FF2B5EF4-FFF2-40B4-BE49-F238E27FC236}">
                  <a16:creationId xmlns:a16="http://schemas.microsoft.com/office/drawing/2014/main" id="{29B6C52A-819D-7364-AD0F-2DDD70E6E72B}"/>
                </a:ext>
              </a:extLst>
            </p:cNvPr>
            <p:cNvSpPr txBox="1"/>
            <p:nvPr/>
          </p:nvSpPr>
          <p:spPr>
            <a:xfrm>
              <a:off x="1706928" y="1255730"/>
              <a:ext cx="1248303" cy="445591"/>
            </a:xfrm>
            <a:prstGeom prst="rect">
              <a:avLst/>
            </a:prstGeom>
            <a:noFill/>
          </p:spPr>
          <p:txBody>
            <a:bodyPr wrap="square" rtlCol="0">
              <a:spAutoFit/>
            </a:bodyPr>
            <a:lstStyle>
              <a:defPPr>
                <a:defRPr lang="en-US"/>
              </a:defPPr>
              <a:lvl1pPr algn="ctr">
                <a:defRPr b="1">
                  <a:solidFill>
                    <a:srgbClr val="FF0000"/>
                  </a:solidFill>
                  <a:latin typeface="Frutiger" panose="00000400000000000000" pitchFamily="2" charset="0"/>
                </a:defRPr>
              </a:lvl1pPr>
            </a:lstStyle>
            <a:p>
              <a:r>
                <a:rPr lang="en-IN" sz="2000" dirty="0">
                  <a:solidFill>
                    <a:srgbClr val="0070C0"/>
                  </a:solidFill>
                  <a:latin typeface="Times New Roman" panose="02020603050405020304" pitchFamily="18" charset="0"/>
                  <a:cs typeface="Times New Roman" panose="02020603050405020304" pitchFamily="18" charset="0"/>
                </a:rPr>
                <a:t>Mobility</a:t>
              </a:r>
            </a:p>
          </p:txBody>
        </p:sp>
      </p:grpSp>
      <p:grpSp>
        <p:nvGrpSpPr>
          <p:cNvPr id="27" name="Group 26">
            <a:extLst>
              <a:ext uri="{FF2B5EF4-FFF2-40B4-BE49-F238E27FC236}">
                <a16:creationId xmlns:a16="http://schemas.microsoft.com/office/drawing/2014/main" id="{AEBE8C09-183A-5174-1B70-42F3DBDE7F20}"/>
              </a:ext>
            </a:extLst>
          </p:cNvPr>
          <p:cNvGrpSpPr/>
          <p:nvPr/>
        </p:nvGrpSpPr>
        <p:grpSpPr>
          <a:xfrm>
            <a:off x="5822618" y="2421666"/>
            <a:ext cx="2010927" cy="1438914"/>
            <a:chOff x="2619117" y="1207961"/>
            <a:chExt cx="2010927" cy="1484596"/>
          </a:xfrm>
        </p:grpSpPr>
        <p:pic>
          <p:nvPicPr>
            <p:cNvPr id="12" name="Picture 11">
              <a:extLst>
                <a:ext uri="{FF2B5EF4-FFF2-40B4-BE49-F238E27FC236}">
                  <a16:creationId xmlns:a16="http://schemas.microsoft.com/office/drawing/2014/main" id="{2FC0D367-00C7-F5B3-8050-3F102F22AB71}"/>
                </a:ext>
              </a:extLst>
            </p:cNvPr>
            <p:cNvPicPr>
              <a:picLocks noChangeAspect="1"/>
            </p:cNvPicPr>
            <p:nvPr/>
          </p:nvPicPr>
          <p:blipFill rotWithShape="1">
            <a:blip r:embed="rId12"/>
            <a:srcRect/>
            <a:stretch>
              <a:fillRect/>
            </a:stretch>
          </p:blipFill>
          <p:spPr>
            <a:xfrm>
              <a:off x="2892852" y="1266407"/>
              <a:ext cx="1248303" cy="1426150"/>
            </a:xfrm>
            <a:prstGeom prst="rect">
              <a:avLst/>
            </a:prstGeom>
          </p:spPr>
        </p:pic>
        <p:sp>
          <p:nvSpPr>
            <p:cNvPr id="18" name="TextBox 17">
              <a:extLst>
                <a:ext uri="{FF2B5EF4-FFF2-40B4-BE49-F238E27FC236}">
                  <a16:creationId xmlns:a16="http://schemas.microsoft.com/office/drawing/2014/main" id="{70FBE6A0-81FB-4E71-6CF6-F09D62CC74AE}"/>
                </a:ext>
              </a:extLst>
            </p:cNvPr>
            <p:cNvSpPr txBox="1"/>
            <p:nvPr/>
          </p:nvSpPr>
          <p:spPr>
            <a:xfrm>
              <a:off x="2619117" y="1207961"/>
              <a:ext cx="2010927" cy="412812"/>
            </a:xfrm>
            <a:prstGeom prst="rect">
              <a:avLst/>
            </a:prstGeom>
            <a:noFill/>
          </p:spPr>
          <p:txBody>
            <a:bodyPr wrap="square" rtlCol="0">
              <a:spAutoFit/>
            </a:bodyPr>
            <a:lstStyle>
              <a:defPPr>
                <a:defRPr lang="en-US"/>
              </a:defPPr>
              <a:lvl1pPr algn="ctr">
                <a:defRPr b="1">
                  <a:solidFill>
                    <a:srgbClr val="FF0000"/>
                  </a:solidFill>
                  <a:latin typeface="Frutiger" panose="00000400000000000000" pitchFamily="2" charset="0"/>
                </a:defRPr>
              </a:lvl1pPr>
            </a:lstStyle>
            <a:p>
              <a:r>
                <a:rPr lang="en-IN" sz="2000" dirty="0">
                  <a:solidFill>
                    <a:srgbClr val="0070C0"/>
                  </a:solidFill>
                  <a:latin typeface="Times New Roman" panose="02020603050405020304" pitchFamily="18" charset="0"/>
                  <a:cs typeface="Times New Roman" panose="02020603050405020304" pitchFamily="18" charset="0"/>
                </a:rPr>
                <a:t>Sustainability</a:t>
              </a:r>
            </a:p>
          </p:txBody>
        </p:sp>
      </p:grpSp>
      <p:grpSp>
        <p:nvGrpSpPr>
          <p:cNvPr id="28" name="Group 27">
            <a:extLst>
              <a:ext uri="{FF2B5EF4-FFF2-40B4-BE49-F238E27FC236}">
                <a16:creationId xmlns:a16="http://schemas.microsoft.com/office/drawing/2014/main" id="{615E09FF-42DD-4C73-4548-CDA749390114}"/>
              </a:ext>
            </a:extLst>
          </p:cNvPr>
          <p:cNvGrpSpPr/>
          <p:nvPr/>
        </p:nvGrpSpPr>
        <p:grpSpPr>
          <a:xfrm>
            <a:off x="8431945" y="2433206"/>
            <a:ext cx="2520000" cy="1459625"/>
            <a:chOff x="5756055" y="1234463"/>
            <a:chExt cx="2482310" cy="1459625"/>
          </a:xfrm>
        </p:grpSpPr>
        <p:pic>
          <p:nvPicPr>
            <p:cNvPr id="14" name="Picture 13">
              <a:extLst>
                <a:ext uri="{FF2B5EF4-FFF2-40B4-BE49-F238E27FC236}">
                  <a16:creationId xmlns:a16="http://schemas.microsoft.com/office/drawing/2014/main" id="{0A3A4C0F-1836-12E0-BD65-211E7CA954F7}"/>
                </a:ext>
              </a:extLst>
            </p:cNvPr>
            <p:cNvPicPr>
              <a:picLocks noChangeAspect="1"/>
            </p:cNvPicPr>
            <p:nvPr/>
          </p:nvPicPr>
          <p:blipFill rotWithShape="1">
            <a:blip r:embed="rId13"/>
            <a:srcRect/>
            <a:stretch>
              <a:fillRect/>
            </a:stretch>
          </p:blipFill>
          <p:spPr>
            <a:xfrm>
              <a:off x="6435396" y="1547331"/>
              <a:ext cx="1123629" cy="1146757"/>
            </a:xfrm>
            <a:prstGeom prst="rect">
              <a:avLst/>
            </a:prstGeom>
          </p:spPr>
        </p:pic>
        <p:sp>
          <p:nvSpPr>
            <p:cNvPr id="19" name="TextBox 18">
              <a:extLst>
                <a:ext uri="{FF2B5EF4-FFF2-40B4-BE49-F238E27FC236}">
                  <a16:creationId xmlns:a16="http://schemas.microsoft.com/office/drawing/2014/main" id="{76DEB1BE-35CB-4E25-3873-A37856D2C58E}"/>
                </a:ext>
              </a:extLst>
            </p:cNvPr>
            <p:cNvSpPr txBox="1"/>
            <p:nvPr/>
          </p:nvSpPr>
          <p:spPr>
            <a:xfrm>
              <a:off x="5756055" y="1234463"/>
              <a:ext cx="2482310" cy="400110"/>
            </a:xfrm>
            <a:prstGeom prst="rect">
              <a:avLst/>
            </a:prstGeom>
            <a:noFill/>
          </p:spPr>
          <p:txBody>
            <a:bodyPr wrap="square" rtlCol="0">
              <a:spAutoFit/>
            </a:bodyPr>
            <a:lstStyle>
              <a:defPPr>
                <a:defRPr lang="en-US"/>
              </a:defPPr>
              <a:lvl1pPr algn="ctr">
                <a:defRPr b="1">
                  <a:solidFill>
                    <a:srgbClr val="FF0000"/>
                  </a:solidFill>
                  <a:latin typeface="Frutiger" panose="00000400000000000000" pitchFamily="2" charset="0"/>
                </a:defRPr>
              </a:lvl1pPr>
            </a:lstStyle>
            <a:p>
              <a:r>
                <a:rPr lang="en-IN" sz="2000" dirty="0">
                  <a:solidFill>
                    <a:srgbClr val="0070C0"/>
                  </a:solidFill>
                  <a:latin typeface="Times New Roman" panose="02020603050405020304" pitchFamily="18" charset="0"/>
                  <a:cs typeface="Times New Roman" panose="02020603050405020304" pitchFamily="18" charset="0"/>
                </a:rPr>
                <a:t>People Well-being</a:t>
              </a:r>
            </a:p>
          </p:txBody>
        </p:sp>
      </p:grpSp>
      <p:sp>
        <p:nvSpPr>
          <p:cNvPr id="29" name="TextBox 28">
            <a:extLst>
              <a:ext uri="{FF2B5EF4-FFF2-40B4-BE49-F238E27FC236}">
                <a16:creationId xmlns:a16="http://schemas.microsoft.com/office/drawing/2014/main" id="{B5611A96-A62B-1D75-C085-579B29386664}"/>
              </a:ext>
            </a:extLst>
          </p:cNvPr>
          <p:cNvSpPr txBox="1"/>
          <p:nvPr/>
        </p:nvSpPr>
        <p:spPr>
          <a:xfrm>
            <a:off x="826334" y="1015814"/>
            <a:ext cx="11201399" cy="1077218"/>
          </a:xfrm>
          <a:prstGeom prst="rect">
            <a:avLst/>
          </a:prstGeom>
          <a:noFill/>
        </p:spPr>
        <p:txBody>
          <a:bodyPr wrap="square">
            <a:spAutoFit/>
          </a:bodyPr>
          <a:lstStyle/>
          <a:p>
            <a:r>
              <a:rPr lang="en-US" sz="2400" b="1" dirty="0">
                <a:solidFill>
                  <a:srgbClr val="FF0000"/>
                </a:solidFill>
                <a:latin typeface="Times New Roman" panose="02020603050405020304" pitchFamily="18" charset="0"/>
                <a:cs typeface="Times New Roman" panose="02020603050405020304" pitchFamily="18" charset="0"/>
              </a:rPr>
              <a:t>Vision:</a:t>
            </a:r>
          </a:p>
          <a:p>
            <a:r>
              <a:rPr lang="en-US" sz="2000" dirty="0">
                <a:solidFill>
                  <a:srgbClr val="FF0000"/>
                </a:solidFill>
                <a:latin typeface="Times New Roman" panose="02020603050405020304" pitchFamily="18" charset="0"/>
                <a:cs typeface="Times New Roman" panose="02020603050405020304" pitchFamily="18" charset="0"/>
              </a:rPr>
              <a:t>A Technology agnostic solutions provider in the mobility space driven by sustainability powered by our people and driven by their well being</a:t>
            </a:r>
          </a:p>
        </p:txBody>
      </p:sp>
      <p:sp>
        <p:nvSpPr>
          <p:cNvPr id="3" name="TextBox 2">
            <a:extLst>
              <a:ext uri="{FF2B5EF4-FFF2-40B4-BE49-F238E27FC236}">
                <a16:creationId xmlns:a16="http://schemas.microsoft.com/office/drawing/2014/main" id="{7A8B2E96-2FA6-6DF3-A56B-B3B0C9129163}"/>
              </a:ext>
            </a:extLst>
          </p:cNvPr>
          <p:cNvSpPr txBox="1"/>
          <p:nvPr/>
        </p:nvSpPr>
        <p:spPr>
          <a:xfrm>
            <a:off x="2306089" y="6236007"/>
            <a:ext cx="7526169" cy="261610"/>
          </a:xfrm>
          <a:prstGeom prst="rect">
            <a:avLst/>
          </a:prstGeom>
          <a:noFill/>
        </p:spPr>
        <p:txBody>
          <a:bodyPr wrap="square" rtlCol="0">
            <a:spAutoFit/>
          </a:bodyPr>
          <a:lstStyle/>
          <a:p>
            <a:pPr algn="ctr"/>
            <a:r>
              <a:rPr lang="en-US" sz="1100" b="1" dirty="0">
                <a:solidFill>
                  <a:schemeClr val="bg1"/>
                </a:solidFill>
              </a:rPr>
              <a:t>Innovation &amp; Excellence   I   Customer Delight   I   Ownership   I    Respect, Fairness &amp; Transparency </a:t>
            </a:r>
            <a:endParaRPr lang="en-IN" sz="1100" b="1" dirty="0">
              <a:solidFill>
                <a:schemeClr val="bg1"/>
              </a:solidFill>
            </a:endParaRPr>
          </a:p>
        </p:txBody>
      </p:sp>
    </p:spTree>
    <p:extLst>
      <p:ext uri="{BB962C8B-B14F-4D97-AF65-F5344CB8AC3E}">
        <p14:creationId xmlns:p14="http://schemas.microsoft.com/office/powerpoint/2010/main" val="22442206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693E096-A65A-05F8-813B-76B2E6A7BD5B}"/>
              </a:ext>
            </a:extLst>
          </p:cNvPr>
          <p:cNvSpPr/>
          <p:nvPr/>
        </p:nvSpPr>
        <p:spPr>
          <a:xfrm>
            <a:off x="11346426" y="6533103"/>
            <a:ext cx="265471" cy="251383"/>
          </a:xfrm>
          <a:prstGeom prst="rect">
            <a:avLst/>
          </a:prstGeom>
          <a:solidFill>
            <a:srgbClr val="D840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Times New Roman" panose="02020603050405020304" pitchFamily="18" charset="0"/>
              <a:cs typeface="Times New Roman" panose="02020603050405020304" pitchFamily="18" charset="0"/>
            </a:endParaRPr>
          </a:p>
        </p:txBody>
      </p:sp>
      <p:sp>
        <p:nvSpPr>
          <p:cNvPr id="935" name="Slide Number Placeholder 5">
            <a:extLst>
              <a:ext uri="{FF2B5EF4-FFF2-40B4-BE49-F238E27FC236}">
                <a16:creationId xmlns:a16="http://schemas.microsoft.com/office/drawing/2014/main" id="{C0A097AA-647B-4738-8EE6-E6EE170F2BD7}"/>
              </a:ext>
            </a:extLst>
          </p:cNvPr>
          <p:cNvSpPr txBox="1">
            <a:spLocks/>
          </p:cNvSpPr>
          <p:nvPr/>
        </p:nvSpPr>
        <p:spPr>
          <a:xfrm>
            <a:off x="11264900" y="6523271"/>
            <a:ext cx="431800" cy="251383"/>
          </a:xfrm>
          <a:prstGeom prst="rect">
            <a:avLst/>
          </a:prstGeom>
        </p:spPr>
        <p:txBody>
          <a:bodyPr/>
          <a:lstStyle>
            <a:defPPr>
              <a:defRPr lang="en-US"/>
            </a:defPPr>
            <a:lvl1pPr marL="0" algn="ctr" defTabSz="914400" rtl="0" eaLnBrk="1" latinLnBrk="0" hangingPunct="1">
              <a:defRPr sz="1200" kern="1200">
                <a:solidFill>
                  <a:schemeClr val="bg1"/>
                </a:solidFill>
                <a:latin typeface="Inter SemiBold" panose="02000503000000020004" pitchFamily="2" charset="0"/>
                <a:ea typeface="Inter SemiBold" panose="02000503000000020004" pitchFamily="2" charset="0"/>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718DE92-95F6-42AE-AC51-BE8D9B4D4C75}" type="slidenum">
              <a:rPr lang="en-US" smtClean="0">
                <a:latin typeface="Arial" panose="020B0604020202020204" pitchFamily="34" charset="0"/>
                <a:cs typeface="Arial" panose="020B0604020202020204" pitchFamily="34" charset="0"/>
              </a:rPr>
              <a:pPr/>
              <a:t>3</a:t>
            </a:fld>
            <a:endParaRPr lang="en-US" dirty="0">
              <a:latin typeface="Arial" panose="020B0604020202020204" pitchFamily="34" charset="0"/>
              <a:cs typeface="Arial" panose="020B0604020202020204" pitchFamily="34" charset="0"/>
            </a:endParaRPr>
          </a:p>
        </p:txBody>
      </p:sp>
      <p:sp>
        <p:nvSpPr>
          <p:cNvPr id="9" name="Title 1">
            <a:extLst>
              <a:ext uri="{FF2B5EF4-FFF2-40B4-BE49-F238E27FC236}">
                <a16:creationId xmlns:a16="http://schemas.microsoft.com/office/drawing/2014/main" id="{CD55F6B4-77D4-91FF-1827-19710679DDA7}"/>
              </a:ext>
            </a:extLst>
          </p:cNvPr>
          <p:cNvSpPr txBox="1">
            <a:spLocks/>
          </p:cNvSpPr>
          <p:nvPr/>
        </p:nvSpPr>
        <p:spPr bwMode="auto">
          <a:xfrm>
            <a:off x="457245" y="137196"/>
            <a:ext cx="9925620" cy="715962"/>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r" rtl="0" eaLnBrk="1" fontAlgn="base" hangingPunct="1">
              <a:spcBef>
                <a:spcPct val="0"/>
              </a:spcBef>
              <a:spcAft>
                <a:spcPct val="0"/>
              </a:spcAft>
              <a:defRPr sz="2400" b="1">
                <a:solidFill>
                  <a:schemeClr val="tx1"/>
                </a:solidFill>
                <a:latin typeface="+mj-lt"/>
                <a:ea typeface="+mj-ea"/>
                <a:cs typeface="+mj-cs"/>
              </a:defRPr>
            </a:lvl1pPr>
            <a:lvl2pPr algn="r" rtl="0" eaLnBrk="1" fontAlgn="base" hangingPunct="1">
              <a:spcBef>
                <a:spcPct val="0"/>
              </a:spcBef>
              <a:spcAft>
                <a:spcPct val="0"/>
              </a:spcAft>
              <a:defRPr sz="2400" b="1">
                <a:solidFill>
                  <a:schemeClr val="tx1"/>
                </a:solidFill>
                <a:latin typeface="Arial" charset="0"/>
              </a:defRPr>
            </a:lvl2pPr>
            <a:lvl3pPr algn="r" rtl="0" eaLnBrk="1" fontAlgn="base" hangingPunct="1">
              <a:spcBef>
                <a:spcPct val="0"/>
              </a:spcBef>
              <a:spcAft>
                <a:spcPct val="0"/>
              </a:spcAft>
              <a:defRPr sz="2400" b="1">
                <a:solidFill>
                  <a:schemeClr val="tx1"/>
                </a:solidFill>
                <a:latin typeface="Arial" charset="0"/>
              </a:defRPr>
            </a:lvl3pPr>
            <a:lvl4pPr algn="r" rtl="0" eaLnBrk="1" fontAlgn="base" hangingPunct="1">
              <a:spcBef>
                <a:spcPct val="0"/>
              </a:spcBef>
              <a:spcAft>
                <a:spcPct val="0"/>
              </a:spcAft>
              <a:defRPr sz="2400" b="1">
                <a:solidFill>
                  <a:schemeClr val="tx1"/>
                </a:solidFill>
                <a:latin typeface="Arial" charset="0"/>
              </a:defRPr>
            </a:lvl4pPr>
            <a:lvl5pPr algn="r" rtl="0" eaLnBrk="1" fontAlgn="base" hangingPunct="1">
              <a:spcBef>
                <a:spcPct val="0"/>
              </a:spcBef>
              <a:spcAft>
                <a:spcPct val="0"/>
              </a:spcAft>
              <a:defRPr sz="2400" b="1">
                <a:solidFill>
                  <a:schemeClr val="tx1"/>
                </a:solidFill>
                <a:latin typeface="Arial" charset="0"/>
              </a:defRPr>
            </a:lvl5pPr>
            <a:lvl6pPr marL="457189" algn="r" rtl="0" eaLnBrk="1" fontAlgn="base" hangingPunct="1">
              <a:spcBef>
                <a:spcPct val="0"/>
              </a:spcBef>
              <a:spcAft>
                <a:spcPct val="0"/>
              </a:spcAft>
              <a:defRPr sz="2400" b="1">
                <a:solidFill>
                  <a:schemeClr val="tx1"/>
                </a:solidFill>
                <a:latin typeface="Arial" charset="0"/>
              </a:defRPr>
            </a:lvl6pPr>
            <a:lvl7pPr marL="914377" algn="r" rtl="0" eaLnBrk="1" fontAlgn="base" hangingPunct="1">
              <a:spcBef>
                <a:spcPct val="0"/>
              </a:spcBef>
              <a:spcAft>
                <a:spcPct val="0"/>
              </a:spcAft>
              <a:defRPr sz="2400" b="1">
                <a:solidFill>
                  <a:schemeClr val="tx1"/>
                </a:solidFill>
                <a:latin typeface="Arial" charset="0"/>
              </a:defRPr>
            </a:lvl7pPr>
            <a:lvl8pPr marL="1371566" algn="r" rtl="0" eaLnBrk="1" fontAlgn="base" hangingPunct="1">
              <a:spcBef>
                <a:spcPct val="0"/>
              </a:spcBef>
              <a:spcAft>
                <a:spcPct val="0"/>
              </a:spcAft>
              <a:defRPr sz="2400" b="1">
                <a:solidFill>
                  <a:schemeClr val="tx1"/>
                </a:solidFill>
                <a:latin typeface="Arial" charset="0"/>
              </a:defRPr>
            </a:lvl8pPr>
            <a:lvl9pPr marL="1828754" algn="r" rtl="0" eaLnBrk="1" fontAlgn="base" hangingPunct="1">
              <a:spcBef>
                <a:spcPct val="0"/>
              </a:spcBef>
              <a:spcAft>
                <a:spcPct val="0"/>
              </a:spcAft>
              <a:defRPr sz="2400" b="1">
                <a:solidFill>
                  <a:schemeClr val="tx1"/>
                </a:solidFill>
                <a:latin typeface="Arial" charset="0"/>
              </a:defRPr>
            </a:lvl9pPr>
          </a:lstStyle>
          <a:p>
            <a:pPr algn="l"/>
            <a:r>
              <a:rPr lang="en-US" sz="2800" kern="0" dirty="0">
                <a:solidFill>
                  <a:schemeClr val="bg1"/>
                </a:solidFill>
                <a:latin typeface="Times New Roman" panose="02020603050405020304" pitchFamily="18" charset="0"/>
                <a:cs typeface="Times New Roman" panose="02020603050405020304" pitchFamily="18" charset="0"/>
              </a:rPr>
              <a:t>Overall Internship Exposure | Key Assignments &amp; Deliverables</a:t>
            </a:r>
          </a:p>
        </p:txBody>
      </p:sp>
      <p:sp>
        <p:nvSpPr>
          <p:cNvPr id="3" name="TextBox 2">
            <a:extLst>
              <a:ext uri="{FF2B5EF4-FFF2-40B4-BE49-F238E27FC236}">
                <a16:creationId xmlns:a16="http://schemas.microsoft.com/office/drawing/2014/main" id="{3722BA2D-38C5-60EC-06FF-EAB7BFE6EB97}"/>
              </a:ext>
            </a:extLst>
          </p:cNvPr>
          <p:cNvSpPr txBox="1"/>
          <p:nvPr/>
        </p:nvSpPr>
        <p:spPr>
          <a:xfrm>
            <a:off x="2306089" y="6236007"/>
            <a:ext cx="7526169" cy="261610"/>
          </a:xfrm>
          <a:prstGeom prst="rect">
            <a:avLst/>
          </a:prstGeom>
          <a:noFill/>
        </p:spPr>
        <p:txBody>
          <a:bodyPr wrap="square" rtlCol="0">
            <a:spAutoFit/>
          </a:bodyPr>
          <a:lstStyle/>
          <a:p>
            <a:pPr algn="ctr"/>
            <a:r>
              <a:rPr lang="en-US" sz="1100" b="1" dirty="0">
                <a:solidFill>
                  <a:schemeClr val="bg1"/>
                </a:solidFill>
              </a:rPr>
              <a:t>Innovation &amp; Excellence   I   Customer Delight   I   Ownership   I    Respect, Fairness &amp; Transparency </a:t>
            </a:r>
            <a:endParaRPr lang="en-IN" sz="1100" b="1" dirty="0">
              <a:solidFill>
                <a:schemeClr val="bg1"/>
              </a:solidFill>
            </a:endParaRPr>
          </a:p>
        </p:txBody>
      </p:sp>
      <p:grpSp>
        <p:nvGrpSpPr>
          <p:cNvPr id="6" name="Group 5">
            <a:extLst>
              <a:ext uri="{FF2B5EF4-FFF2-40B4-BE49-F238E27FC236}">
                <a16:creationId xmlns:a16="http://schemas.microsoft.com/office/drawing/2014/main" id="{EE2A1B38-9614-56F6-069F-EBB1D9CD7E2D}"/>
              </a:ext>
            </a:extLst>
          </p:cNvPr>
          <p:cNvGrpSpPr/>
          <p:nvPr/>
        </p:nvGrpSpPr>
        <p:grpSpPr>
          <a:xfrm>
            <a:off x="132735" y="596484"/>
            <a:ext cx="11926529" cy="5639523"/>
            <a:chOff x="18476" y="341130"/>
            <a:chExt cx="12085357" cy="6466106"/>
          </a:xfrm>
        </p:grpSpPr>
        <p:graphicFrame>
          <p:nvGraphicFramePr>
            <p:cNvPr id="7" name="Diagram 6">
              <a:extLst>
                <a:ext uri="{FF2B5EF4-FFF2-40B4-BE49-F238E27FC236}">
                  <a16:creationId xmlns:a16="http://schemas.microsoft.com/office/drawing/2014/main" id="{BC690E66-4A64-DEC4-8563-5762DE9F5BB3}"/>
                </a:ext>
              </a:extLst>
            </p:cNvPr>
            <p:cNvGraphicFramePr/>
            <p:nvPr>
              <p:extLst>
                <p:ext uri="{D42A27DB-BD31-4B8C-83A1-F6EECF244321}">
                  <p14:modId xmlns:p14="http://schemas.microsoft.com/office/powerpoint/2010/main" val="1344028734"/>
                </p:ext>
              </p:extLst>
            </p:nvPr>
          </p:nvGraphicFramePr>
          <p:xfrm>
            <a:off x="2302644" y="341130"/>
            <a:ext cx="9732365" cy="177812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TextBox 7">
              <a:extLst>
                <a:ext uri="{FF2B5EF4-FFF2-40B4-BE49-F238E27FC236}">
                  <a16:creationId xmlns:a16="http://schemas.microsoft.com/office/drawing/2014/main" id="{DF9AE0E7-4E4F-BCE5-9255-1439D0C2A14F}"/>
                </a:ext>
              </a:extLst>
            </p:cNvPr>
            <p:cNvSpPr txBox="1"/>
            <p:nvPr/>
          </p:nvSpPr>
          <p:spPr>
            <a:xfrm>
              <a:off x="1263125" y="939272"/>
              <a:ext cx="1202329" cy="312526"/>
            </a:xfrm>
            <a:prstGeom prst="rect">
              <a:avLst/>
            </a:prstGeom>
            <a:noFill/>
          </p:spPr>
          <p:txBody>
            <a:bodyPr wrap="square">
              <a:spAutoFit/>
            </a:bodyPr>
            <a:lstStyle/>
            <a:p>
              <a:pPr>
                <a:lnSpc>
                  <a:spcPct val="104000"/>
                </a:lnSpc>
              </a:pPr>
              <a:r>
                <a:rPr lang="sv-SE" sz="1200" b="1" dirty="0">
                  <a:solidFill>
                    <a:schemeClr val="bg1"/>
                  </a:solidFill>
                  <a:latin typeface="Raleway" pitchFamily="34" charset="0"/>
                  <a:ea typeface="Raleway" pitchFamily="34" charset="-122"/>
                  <a:cs typeface="Raleway" pitchFamily="34" charset="-120"/>
                </a:rPr>
                <a:t>SKH Manesar</a:t>
              </a:r>
              <a:endParaRPr lang="en-US" sz="1200" b="1" dirty="0">
                <a:solidFill>
                  <a:schemeClr val="bg1"/>
                </a:solidFill>
              </a:endParaRPr>
            </a:p>
          </p:txBody>
        </p:sp>
        <p:graphicFrame>
          <p:nvGraphicFramePr>
            <p:cNvPr id="10" name="Diagram 9">
              <a:extLst>
                <a:ext uri="{FF2B5EF4-FFF2-40B4-BE49-F238E27FC236}">
                  <a16:creationId xmlns:a16="http://schemas.microsoft.com/office/drawing/2014/main" id="{5423FDB2-EC43-0577-893D-40E4769D5690}"/>
                </a:ext>
              </a:extLst>
            </p:cNvPr>
            <p:cNvGraphicFramePr/>
            <p:nvPr>
              <p:extLst>
                <p:ext uri="{D42A27DB-BD31-4B8C-83A1-F6EECF244321}">
                  <p14:modId xmlns:p14="http://schemas.microsoft.com/office/powerpoint/2010/main" val="236587047"/>
                </p:ext>
              </p:extLst>
            </p:nvPr>
          </p:nvGraphicFramePr>
          <p:xfrm>
            <a:off x="18476" y="1999507"/>
            <a:ext cx="10345043" cy="190374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11" name="TextBox 10">
              <a:extLst>
                <a:ext uri="{FF2B5EF4-FFF2-40B4-BE49-F238E27FC236}">
                  <a16:creationId xmlns:a16="http://schemas.microsoft.com/office/drawing/2014/main" id="{BAC8E386-B82F-E396-FB5D-F89081B31141}"/>
                </a:ext>
              </a:extLst>
            </p:cNvPr>
            <p:cNvSpPr txBox="1"/>
            <p:nvPr/>
          </p:nvSpPr>
          <p:spPr>
            <a:xfrm>
              <a:off x="10306819" y="2618582"/>
              <a:ext cx="1099056" cy="312526"/>
            </a:xfrm>
            <a:prstGeom prst="rect">
              <a:avLst/>
            </a:prstGeom>
            <a:noFill/>
          </p:spPr>
          <p:txBody>
            <a:bodyPr wrap="square">
              <a:spAutoFit/>
            </a:bodyPr>
            <a:lstStyle/>
            <a:p>
              <a:pPr>
                <a:lnSpc>
                  <a:spcPct val="104000"/>
                </a:lnSpc>
              </a:pPr>
              <a:r>
                <a:rPr lang="sv-SE" sz="1200" b="1" dirty="0">
                  <a:solidFill>
                    <a:schemeClr val="bg1"/>
                  </a:solidFill>
                  <a:latin typeface="Raleway" pitchFamily="34" charset="0"/>
                  <a:ea typeface="Raleway" pitchFamily="34" charset="-122"/>
                  <a:cs typeface="Raleway" pitchFamily="34" charset="-120"/>
                </a:rPr>
                <a:t>SKH Binola</a:t>
              </a:r>
              <a:endParaRPr lang="en-US" sz="1200" b="1" dirty="0">
                <a:solidFill>
                  <a:schemeClr val="bg1"/>
                </a:solidFill>
              </a:endParaRPr>
            </a:p>
          </p:txBody>
        </p:sp>
        <p:pic>
          <p:nvPicPr>
            <p:cNvPr id="12" name="Picture 11">
              <a:extLst>
                <a:ext uri="{FF2B5EF4-FFF2-40B4-BE49-F238E27FC236}">
                  <a16:creationId xmlns:a16="http://schemas.microsoft.com/office/drawing/2014/main" id="{ACCEA9FB-9177-5382-70F0-2518D0F1BC63}"/>
                </a:ext>
              </a:extLst>
            </p:cNvPr>
            <p:cNvPicPr>
              <a:picLocks noChangeAspect="1"/>
            </p:cNvPicPr>
            <p:nvPr/>
          </p:nvPicPr>
          <p:blipFill>
            <a:blip r:embed="rId12"/>
            <a:stretch>
              <a:fillRect/>
            </a:stretch>
          </p:blipFill>
          <p:spPr>
            <a:xfrm>
              <a:off x="446929" y="4014253"/>
              <a:ext cx="1466539" cy="1163581"/>
            </a:xfrm>
            <a:prstGeom prst="rect">
              <a:avLst/>
            </a:prstGeom>
            <a:ln>
              <a:solidFill>
                <a:srgbClr val="F15A2B"/>
              </a:solidFill>
            </a:ln>
          </p:spPr>
        </p:pic>
        <p:pic>
          <p:nvPicPr>
            <p:cNvPr id="13" name="Picture 12">
              <a:extLst>
                <a:ext uri="{FF2B5EF4-FFF2-40B4-BE49-F238E27FC236}">
                  <a16:creationId xmlns:a16="http://schemas.microsoft.com/office/drawing/2014/main" id="{80AA2F41-6B6B-0851-49FE-BAB9D1160F93}"/>
                </a:ext>
              </a:extLst>
            </p:cNvPr>
            <p:cNvPicPr>
              <a:picLocks noChangeAspect="1"/>
            </p:cNvPicPr>
            <p:nvPr/>
          </p:nvPicPr>
          <p:blipFill>
            <a:blip r:embed="rId13"/>
            <a:stretch>
              <a:fillRect/>
            </a:stretch>
          </p:blipFill>
          <p:spPr>
            <a:xfrm>
              <a:off x="2212906" y="4014253"/>
              <a:ext cx="1958731" cy="1163581"/>
            </a:xfrm>
            <a:prstGeom prst="rect">
              <a:avLst/>
            </a:prstGeom>
            <a:ln>
              <a:solidFill>
                <a:srgbClr val="F15A2B"/>
              </a:solidFill>
            </a:ln>
          </p:spPr>
        </p:pic>
        <p:pic>
          <p:nvPicPr>
            <p:cNvPr id="14" name="Picture 13">
              <a:extLst>
                <a:ext uri="{FF2B5EF4-FFF2-40B4-BE49-F238E27FC236}">
                  <a16:creationId xmlns:a16="http://schemas.microsoft.com/office/drawing/2014/main" id="{80916FF2-5F66-D185-5E24-38E7D122679C}"/>
                </a:ext>
              </a:extLst>
            </p:cNvPr>
            <p:cNvPicPr>
              <a:picLocks noChangeAspect="1"/>
            </p:cNvPicPr>
            <p:nvPr/>
          </p:nvPicPr>
          <p:blipFill>
            <a:blip r:embed="rId14"/>
            <a:stretch>
              <a:fillRect/>
            </a:stretch>
          </p:blipFill>
          <p:spPr>
            <a:xfrm>
              <a:off x="4359615" y="4014253"/>
              <a:ext cx="1877451" cy="1163581"/>
            </a:xfrm>
            <a:prstGeom prst="rect">
              <a:avLst/>
            </a:prstGeom>
            <a:ln>
              <a:solidFill>
                <a:srgbClr val="F15A2B"/>
              </a:solidFill>
            </a:ln>
          </p:spPr>
        </p:pic>
        <p:pic>
          <p:nvPicPr>
            <p:cNvPr id="15" name="Picture 14">
              <a:extLst>
                <a:ext uri="{FF2B5EF4-FFF2-40B4-BE49-F238E27FC236}">
                  <a16:creationId xmlns:a16="http://schemas.microsoft.com/office/drawing/2014/main" id="{F5A6B5DF-B33B-BC1A-414A-5A4BFC05ABD3}"/>
                </a:ext>
              </a:extLst>
            </p:cNvPr>
            <p:cNvPicPr>
              <a:picLocks noChangeAspect="1"/>
            </p:cNvPicPr>
            <p:nvPr/>
          </p:nvPicPr>
          <p:blipFill>
            <a:blip r:embed="rId15"/>
            <a:stretch>
              <a:fillRect/>
            </a:stretch>
          </p:blipFill>
          <p:spPr>
            <a:xfrm>
              <a:off x="6431284" y="4014253"/>
              <a:ext cx="1877451" cy="1163581"/>
            </a:xfrm>
            <a:prstGeom prst="rect">
              <a:avLst/>
            </a:prstGeom>
            <a:ln>
              <a:solidFill>
                <a:srgbClr val="F15A2B"/>
              </a:solidFill>
            </a:ln>
          </p:spPr>
        </p:pic>
        <p:cxnSp>
          <p:nvCxnSpPr>
            <p:cNvPr id="16" name="Connector: Elbow 15">
              <a:extLst>
                <a:ext uri="{FF2B5EF4-FFF2-40B4-BE49-F238E27FC236}">
                  <a16:creationId xmlns:a16="http://schemas.microsoft.com/office/drawing/2014/main" id="{5FE26975-0BB8-4CC6-528D-71FD12E95D1D}"/>
                </a:ext>
              </a:extLst>
            </p:cNvPr>
            <p:cNvCxnSpPr>
              <a:cxnSpLocks/>
            </p:cNvCxnSpPr>
            <p:nvPr/>
          </p:nvCxnSpPr>
          <p:spPr>
            <a:xfrm rot="5400000">
              <a:off x="10834102" y="1701309"/>
              <a:ext cx="1743054" cy="658762"/>
            </a:xfrm>
            <a:prstGeom prst="bentConnector2">
              <a:avLst/>
            </a:prstGeom>
            <a:ln>
              <a:solidFill>
                <a:schemeClr val="bg1"/>
              </a:solidFill>
              <a:tailEnd type="triangle"/>
            </a:ln>
          </p:spPr>
          <p:style>
            <a:lnRef idx="2">
              <a:schemeClr val="accent1"/>
            </a:lnRef>
            <a:fillRef idx="0">
              <a:schemeClr val="accent1"/>
            </a:fillRef>
            <a:effectRef idx="1">
              <a:schemeClr val="accent1"/>
            </a:effectRef>
            <a:fontRef idx="minor">
              <a:schemeClr val="tx1"/>
            </a:fontRef>
          </p:style>
        </p:cxnSp>
        <p:graphicFrame>
          <p:nvGraphicFramePr>
            <p:cNvPr id="17" name="Diagram 16">
              <a:extLst>
                <a:ext uri="{FF2B5EF4-FFF2-40B4-BE49-F238E27FC236}">
                  <a16:creationId xmlns:a16="http://schemas.microsoft.com/office/drawing/2014/main" id="{9FEE3944-35C2-8322-5479-ADE7A52B541A}"/>
                </a:ext>
              </a:extLst>
            </p:cNvPr>
            <p:cNvGraphicFramePr/>
            <p:nvPr>
              <p:extLst>
                <p:ext uri="{D42A27DB-BD31-4B8C-83A1-F6EECF244321}">
                  <p14:modId xmlns:p14="http://schemas.microsoft.com/office/powerpoint/2010/main" val="3706433877"/>
                </p:ext>
              </p:extLst>
            </p:nvPr>
          </p:nvGraphicFramePr>
          <p:xfrm>
            <a:off x="2165477" y="4808041"/>
            <a:ext cx="9303444" cy="1778127"/>
          </p:xfrm>
          <a:graphic>
            <a:graphicData uri="http://schemas.openxmlformats.org/drawingml/2006/diagram">
              <dgm:relIds xmlns:dgm="http://schemas.openxmlformats.org/drawingml/2006/diagram" xmlns:r="http://schemas.openxmlformats.org/officeDocument/2006/relationships" r:dm="rId16" r:lo="rId17" r:qs="rId18" r:cs="rId19"/>
            </a:graphicData>
          </a:graphic>
        </p:graphicFrame>
        <p:cxnSp>
          <p:nvCxnSpPr>
            <p:cNvPr id="18" name="Straight Connector 17">
              <a:extLst>
                <a:ext uri="{FF2B5EF4-FFF2-40B4-BE49-F238E27FC236}">
                  <a16:creationId xmlns:a16="http://schemas.microsoft.com/office/drawing/2014/main" id="{896513CF-9F5B-13BA-D906-3F154586C5F9}"/>
                </a:ext>
              </a:extLst>
            </p:cNvPr>
            <p:cNvCxnSpPr>
              <a:cxnSpLocks/>
            </p:cNvCxnSpPr>
            <p:nvPr/>
          </p:nvCxnSpPr>
          <p:spPr>
            <a:xfrm>
              <a:off x="10355852" y="2895504"/>
              <a:ext cx="951573" cy="0"/>
            </a:xfrm>
            <a:prstGeom prst="line">
              <a:avLst/>
            </a:prstGeom>
            <a:ln>
              <a:solidFill>
                <a:srgbClr val="F15A2B"/>
              </a:solidFill>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EF626E68-2B0D-7C67-1471-8CB388DD83F6}"/>
                </a:ext>
              </a:extLst>
            </p:cNvPr>
            <p:cNvCxnSpPr>
              <a:cxnSpLocks/>
            </p:cNvCxnSpPr>
            <p:nvPr/>
          </p:nvCxnSpPr>
          <p:spPr>
            <a:xfrm>
              <a:off x="1292596" y="1196753"/>
              <a:ext cx="1080437" cy="0"/>
            </a:xfrm>
            <a:prstGeom prst="line">
              <a:avLst/>
            </a:prstGeom>
            <a:ln>
              <a:solidFill>
                <a:srgbClr val="F15A2B"/>
              </a:solidFill>
            </a:ln>
          </p:spPr>
          <p:style>
            <a:lnRef idx="2">
              <a:schemeClr val="accent1"/>
            </a:lnRef>
            <a:fillRef idx="0">
              <a:schemeClr val="accent1"/>
            </a:fillRef>
            <a:effectRef idx="1">
              <a:schemeClr val="accent1"/>
            </a:effectRef>
            <a:fontRef idx="minor">
              <a:schemeClr val="tx1"/>
            </a:fontRef>
          </p:style>
        </p:cxnSp>
        <p:pic>
          <p:nvPicPr>
            <p:cNvPr id="20" name="Picture 19">
              <a:extLst>
                <a:ext uri="{FF2B5EF4-FFF2-40B4-BE49-F238E27FC236}">
                  <a16:creationId xmlns:a16="http://schemas.microsoft.com/office/drawing/2014/main" id="{11146539-D3B8-2594-C586-AEF00A74FAE3}"/>
                </a:ext>
              </a:extLst>
            </p:cNvPr>
            <p:cNvPicPr>
              <a:picLocks noChangeAspect="1"/>
            </p:cNvPicPr>
            <p:nvPr/>
          </p:nvPicPr>
          <p:blipFill>
            <a:blip r:embed="rId21"/>
            <a:stretch>
              <a:fillRect/>
            </a:stretch>
          </p:blipFill>
          <p:spPr>
            <a:xfrm>
              <a:off x="8443782" y="4014253"/>
              <a:ext cx="2052851" cy="1163581"/>
            </a:xfrm>
            <a:prstGeom prst="rect">
              <a:avLst/>
            </a:prstGeom>
            <a:ln>
              <a:solidFill>
                <a:srgbClr val="F15A2B"/>
              </a:solidFill>
            </a:ln>
          </p:spPr>
        </p:pic>
        <p:sp>
          <p:nvSpPr>
            <p:cNvPr id="21" name="TextBox 20">
              <a:extLst>
                <a:ext uri="{FF2B5EF4-FFF2-40B4-BE49-F238E27FC236}">
                  <a16:creationId xmlns:a16="http://schemas.microsoft.com/office/drawing/2014/main" id="{6CB04CC4-BBA4-58E2-B24A-89C909B941FE}"/>
                </a:ext>
              </a:extLst>
            </p:cNvPr>
            <p:cNvSpPr txBox="1"/>
            <p:nvPr/>
          </p:nvSpPr>
          <p:spPr>
            <a:xfrm>
              <a:off x="1314763" y="5393504"/>
              <a:ext cx="1099056" cy="312526"/>
            </a:xfrm>
            <a:prstGeom prst="rect">
              <a:avLst/>
            </a:prstGeom>
            <a:noFill/>
          </p:spPr>
          <p:txBody>
            <a:bodyPr wrap="square">
              <a:spAutoFit/>
            </a:bodyPr>
            <a:lstStyle/>
            <a:p>
              <a:pPr>
                <a:lnSpc>
                  <a:spcPct val="104000"/>
                </a:lnSpc>
              </a:pPr>
              <a:r>
                <a:rPr lang="sv-SE" sz="1200" b="1" dirty="0">
                  <a:solidFill>
                    <a:schemeClr val="bg1"/>
                  </a:solidFill>
                  <a:latin typeface="Raleway" pitchFamily="34" charset="0"/>
                  <a:ea typeface="Raleway" pitchFamily="34" charset="-122"/>
                  <a:cs typeface="Raleway" pitchFamily="34" charset="-120"/>
                </a:rPr>
                <a:t>SKH Pune</a:t>
              </a:r>
              <a:endParaRPr lang="en-US" sz="1200" b="1" dirty="0">
                <a:solidFill>
                  <a:schemeClr val="bg1"/>
                </a:solidFill>
              </a:endParaRPr>
            </a:p>
          </p:txBody>
        </p:sp>
        <p:cxnSp>
          <p:nvCxnSpPr>
            <p:cNvPr id="22" name="Straight Connector 21">
              <a:extLst>
                <a:ext uri="{FF2B5EF4-FFF2-40B4-BE49-F238E27FC236}">
                  <a16:creationId xmlns:a16="http://schemas.microsoft.com/office/drawing/2014/main" id="{A4BC3E92-03CA-C9D4-26BD-AF0D8A794E21}"/>
                </a:ext>
              </a:extLst>
            </p:cNvPr>
            <p:cNvCxnSpPr>
              <a:cxnSpLocks/>
            </p:cNvCxnSpPr>
            <p:nvPr/>
          </p:nvCxnSpPr>
          <p:spPr>
            <a:xfrm>
              <a:off x="1334038" y="5656271"/>
              <a:ext cx="951573" cy="0"/>
            </a:xfrm>
            <a:prstGeom prst="line">
              <a:avLst/>
            </a:prstGeom>
            <a:ln>
              <a:solidFill>
                <a:srgbClr val="F15A2B"/>
              </a:solidFill>
            </a:ln>
          </p:spPr>
          <p:style>
            <a:lnRef idx="2">
              <a:schemeClr val="accent1"/>
            </a:lnRef>
            <a:fillRef idx="0">
              <a:schemeClr val="accent1"/>
            </a:fillRef>
            <a:effectRef idx="1">
              <a:schemeClr val="accent1"/>
            </a:effectRef>
            <a:fontRef idx="minor">
              <a:schemeClr val="tx1"/>
            </a:fontRef>
          </p:style>
        </p:cxnSp>
        <p:cxnSp>
          <p:nvCxnSpPr>
            <p:cNvPr id="23" name="Connector: Elbow 22">
              <a:extLst>
                <a:ext uri="{FF2B5EF4-FFF2-40B4-BE49-F238E27FC236}">
                  <a16:creationId xmlns:a16="http://schemas.microsoft.com/office/drawing/2014/main" id="{F9BDDB0A-D98F-7A4E-ECDA-33E3BA23B7D6}"/>
                </a:ext>
              </a:extLst>
            </p:cNvPr>
            <p:cNvCxnSpPr>
              <a:cxnSpLocks/>
            </p:cNvCxnSpPr>
            <p:nvPr/>
          </p:nvCxnSpPr>
          <p:spPr>
            <a:xfrm rot="16200000" flipH="1">
              <a:off x="-657659" y="3879199"/>
              <a:ext cx="2621916" cy="915900"/>
            </a:xfrm>
            <a:prstGeom prst="bentConnector2">
              <a:avLst/>
            </a:prstGeom>
            <a:ln>
              <a:solidFill>
                <a:schemeClr val="bg1"/>
              </a:solidFill>
              <a:tailEnd type="triangle"/>
            </a:ln>
          </p:spPr>
          <p:style>
            <a:lnRef idx="2">
              <a:schemeClr val="accent1"/>
            </a:lnRef>
            <a:fillRef idx="0">
              <a:schemeClr val="accent1"/>
            </a:fillRef>
            <a:effectRef idx="1">
              <a:schemeClr val="accent1"/>
            </a:effectRef>
            <a:fontRef idx="minor">
              <a:schemeClr val="tx1"/>
            </a:fontRef>
          </p:style>
        </p:cxnSp>
        <p:sp>
          <p:nvSpPr>
            <p:cNvPr id="24" name="Rectangle 23">
              <a:extLst>
                <a:ext uri="{FF2B5EF4-FFF2-40B4-BE49-F238E27FC236}">
                  <a16:creationId xmlns:a16="http://schemas.microsoft.com/office/drawing/2014/main" id="{F3DFE380-B554-6EC3-9D5B-099FE6858439}"/>
                </a:ext>
              </a:extLst>
            </p:cNvPr>
            <p:cNvSpPr/>
            <p:nvPr/>
          </p:nvSpPr>
          <p:spPr>
            <a:xfrm>
              <a:off x="97132" y="648930"/>
              <a:ext cx="12006701" cy="6158306"/>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Tree>
    <p:extLst>
      <p:ext uri="{BB962C8B-B14F-4D97-AF65-F5344CB8AC3E}">
        <p14:creationId xmlns:p14="http://schemas.microsoft.com/office/powerpoint/2010/main" val="18870714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928283-AA5E-7AB2-0576-A7FD29D6ED31}"/>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623FAD90-E3F4-D7A6-F89A-1B986F223A8A}"/>
              </a:ext>
            </a:extLst>
          </p:cNvPr>
          <p:cNvSpPr/>
          <p:nvPr/>
        </p:nvSpPr>
        <p:spPr>
          <a:xfrm>
            <a:off x="11346426" y="6533103"/>
            <a:ext cx="265471" cy="251383"/>
          </a:xfrm>
          <a:prstGeom prst="rect">
            <a:avLst/>
          </a:prstGeom>
          <a:solidFill>
            <a:srgbClr val="D840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Times New Roman" panose="02020603050405020304" pitchFamily="18" charset="0"/>
              <a:cs typeface="Times New Roman" panose="02020603050405020304" pitchFamily="18" charset="0"/>
            </a:endParaRPr>
          </a:p>
        </p:txBody>
      </p:sp>
      <p:sp>
        <p:nvSpPr>
          <p:cNvPr id="935" name="Slide Number Placeholder 5">
            <a:extLst>
              <a:ext uri="{FF2B5EF4-FFF2-40B4-BE49-F238E27FC236}">
                <a16:creationId xmlns:a16="http://schemas.microsoft.com/office/drawing/2014/main" id="{C85E2A9A-E13D-7C85-DE28-C2BF3DE53981}"/>
              </a:ext>
            </a:extLst>
          </p:cNvPr>
          <p:cNvSpPr txBox="1">
            <a:spLocks/>
          </p:cNvSpPr>
          <p:nvPr/>
        </p:nvSpPr>
        <p:spPr>
          <a:xfrm>
            <a:off x="11264900" y="6523271"/>
            <a:ext cx="431800" cy="251383"/>
          </a:xfrm>
          <a:prstGeom prst="rect">
            <a:avLst/>
          </a:prstGeom>
        </p:spPr>
        <p:txBody>
          <a:bodyPr/>
          <a:lstStyle>
            <a:defPPr>
              <a:defRPr lang="en-US"/>
            </a:defPPr>
            <a:lvl1pPr marL="0" algn="ctr" defTabSz="914400" rtl="0" eaLnBrk="1" latinLnBrk="0" hangingPunct="1">
              <a:defRPr sz="1200" kern="1200">
                <a:solidFill>
                  <a:schemeClr val="bg1"/>
                </a:solidFill>
                <a:latin typeface="Inter SemiBold" panose="02000503000000020004" pitchFamily="2" charset="0"/>
                <a:ea typeface="Inter SemiBold" panose="02000503000000020004" pitchFamily="2" charset="0"/>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718DE92-95F6-42AE-AC51-BE8D9B4D4C75}" type="slidenum">
              <a:rPr lang="en-US" smtClean="0">
                <a:latin typeface="Arial" panose="020B0604020202020204" pitchFamily="34" charset="0"/>
                <a:cs typeface="Arial" panose="020B0604020202020204" pitchFamily="34" charset="0"/>
              </a:rPr>
              <a:pPr/>
              <a:t>4</a:t>
            </a:fld>
            <a:endParaRPr lang="en-US"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96C9B1D8-8DB9-C0D9-8BFB-538789B47991}"/>
              </a:ext>
            </a:extLst>
          </p:cNvPr>
          <p:cNvSpPr txBox="1"/>
          <p:nvPr/>
        </p:nvSpPr>
        <p:spPr>
          <a:xfrm>
            <a:off x="2306089" y="6236007"/>
            <a:ext cx="7526169" cy="261610"/>
          </a:xfrm>
          <a:prstGeom prst="rect">
            <a:avLst/>
          </a:prstGeom>
          <a:noFill/>
        </p:spPr>
        <p:txBody>
          <a:bodyPr wrap="square" rtlCol="0">
            <a:spAutoFit/>
          </a:bodyPr>
          <a:lstStyle/>
          <a:p>
            <a:pPr algn="ctr"/>
            <a:r>
              <a:rPr lang="en-US" sz="1100" b="1" dirty="0">
                <a:solidFill>
                  <a:schemeClr val="bg1"/>
                </a:solidFill>
              </a:rPr>
              <a:t>Innovation &amp; Excellence   I   Customer Delight   I   Ownership   I    Respect, Fairness &amp; Transparency </a:t>
            </a:r>
            <a:endParaRPr lang="en-IN" sz="1100" b="1" dirty="0">
              <a:solidFill>
                <a:schemeClr val="bg1"/>
              </a:solidFill>
            </a:endParaRPr>
          </a:p>
        </p:txBody>
      </p:sp>
      <p:sp>
        <p:nvSpPr>
          <p:cNvPr id="9" name="Title 1">
            <a:extLst>
              <a:ext uri="{FF2B5EF4-FFF2-40B4-BE49-F238E27FC236}">
                <a16:creationId xmlns:a16="http://schemas.microsoft.com/office/drawing/2014/main" id="{93FC6733-CEEE-F9CD-D956-0C8AAFA28EA7}"/>
              </a:ext>
            </a:extLst>
          </p:cNvPr>
          <p:cNvSpPr txBox="1">
            <a:spLocks/>
          </p:cNvSpPr>
          <p:nvPr/>
        </p:nvSpPr>
        <p:spPr bwMode="auto">
          <a:xfrm>
            <a:off x="280681" y="64239"/>
            <a:ext cx="11630638" cy="715962"/>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r" rtl="0" eaLnBrk="1" fontAlgn="base" hangingPunct="1">
              <a:spcBef>
                <a:spcPct val="0"/>
              </a:spcBef>
              <a:spcAft>
                <a:spcPct val="0"/>
              </a:spcAft>
              <a:defRPr sz="2400" b="1">
                <a:solidFill>
                  <a:schemeClr val="tx1"/>
                </a:solidFill>
                <a:latin typeface="+mj-lt"/>
                <a:ea typeface="+mj-ea"/>
                <a:cs typeface="+mj-cs"/>
              </a:defRPr>
            </a:lvl1pPr>
            <a:lvl2pPr algn="r" rtl="0" eaLnBrk="1" fontAlgn="base" hangingPunct="1">
              <a:spcBef>
                <a:spcPct val="0"/>
              </a:spcBef>
              <a:spcAft>
                <a:spcPct val="0"/>
              </a:spcAft>
              <a:defRPr sz="2400" b="1">
                <a:solidFill>
                  <a:schemeClr val="tx1"/>
                </a:solidFill>
                <a:latin typeface="Arial" charset="0"/>
              </a:defRPr>
            </a:lvl2pPr>
            <a:lvl3pPr algn="r" rtl="0" eaLnBrk="1" fontAlgn="base" hangingPunct="1">
              <a:spcBef>
                <a:spcPct val="0"/>
              </a:spcBef>
              <a:spcAft>
                <a:spcPct val="0"/>
              </a:spcAft>
              <a:defRPr sz="2400" b="1">
                <a:solidFill>
                  <a:schemeClr val="tx1"/>
                </a:solidFill>
                <a:latin typeface="Arial" charset="0"/>
              </a:defRPr>
            </a:lvl3pPr>
            <a:lvl4pPr algn="r" rtl="0" eaLnBrk="1" fontAlgn="base" hangingPunct="1">
              <a:spcBef>
                <a:spcPct val="0"/>
              </a:spcBef>
              <a:spcAft>
                <a:spcPct val="0"/>
              </a:spcAft>
              <a:defRPr sz="2400" b="1">
                <a:solidFill>
                  <a:schemeClr val="tx1"/>
                </a:solidFill>
                <a:latin typeface="Arial" charset="0"/>
              </a:defRPr>
            </a:lvl4pPr>
            <a:lvl5pPr algn="r" rtl="0" eaLnBrk="1" fontAlgn="base" hangingPunct="1">
              <a:spcBef>
                <a:spcPct val="0"/>
              </a:spcBef>
              <a:spcAft>
                <a:spcPct val="0"/>
              </a:spcAft>
              <a:defRPr sz="2400" b="1">
                <a:solidFill>
                  <a:schemeClr val="tx1"/>
                </a:solidFill>
                <a:latin typeface="Arial" charset="0"/>
              </a:defRPr>
            </a:lvl5pPr>
            <a:lvl6pPr marL="457189" algn="r" rtl="0" eaLnBrk="1" fontAlgn="base" hangingPunct="1">
              <a:spcBef>
                <a:spcPct val="0"/>
              </a:spcBef>
              <a:spcAft>
                <a:spcPct val="0"/>
              </a:spcAft>
              <a:defRPr sz="2400" b="1">
                <a:solidFill>
                  <a:schemeClr val="tx1"/>
                </a:solidFill>
                <a:latin typeface="Arial" charset="0"/>
              </a:defRPr>
            </a:lvl6pPr>
            <a:lvl7pPr marL="914377" algn="r" rtl="0" eaLnBrk="1" fontAlgn="base" hangingPunct="1">
              <a:spcBef>
                <a:spcPct val="0"/>
              </a:spcBef>
              <a:spcAft>
                <a:spcPct val="0"/>
              </a:spcAft>
              <a:defRPr sz="2400" b="1">
                <a:solidFill>
                  <a:schemeClr val="tx1"/>
                </a:solidFill>
                <a:latin typeface="Arial" charset="0"/>
              </a:defRPr>
            </a:lvl7pPr>
            <a:lvl8pPr marL="1371566" algn="r" rtl="0" eaLnBrk="1" fontAlgn="base" hangingPunct="1">
              <a:spcBef>
                <a:spcPct val="0"/>
              </a:spcBef>
              <a:spcAft>
                <a:spcPct val="0"/>
              </a:spcAft>
              <a:defRPr sz="2400" b="1">
                <a:solidFill>
                  <a:schemeClr val="tx1"/>
                </a:solidFill>
                <a:latin typeface="Arial" charset="0"/>
              </a:defRPr>
            </a:lvl8pPr>
            <a:lvl9pPr marL="1828754" algn="r" rtl="0" eaLnBrk="1" fontAlgn="base" hangingPunct="1">
              <a:spcBef>
                <a:spcPct val="0"/>
              </a:spcBef>
              <a:spcAft>
                <a:spcPct val="0"/>
              </a:spcAft>
              <a:defRPr sz="2400" b="1">
                <a:solidFill>
                  <a:schemeClr val="tx1"/>
                </a:solidFill>
                <a:latin typeface="Arial" charset="0"/>
              </a:defRPr>
            </a:lvl9pPr>
          </a:lstStyle>
          <a:p>
            <a:pPr algn="l"/>
            <a:r>
              <a:rPr lang="en-US" kern="0" dirty="0">
                <a:solidFill>
                  <a:schemeClr val="bg1"/>
                </a:solidFill>
                <a:latin typeface="Times New Roman" panose="02020603050405020304" pitchFamily="18" charset="0"/>
                <a:cs typeface="Times New Roman" panose="02020603050405020304" pitchFamily="18" charset="0"/>
              </a:rPr>
              <a:t>Overall Internship Exposure (</a:t>
            </a:r>
            <a:r>
              <a:rPr lang="en-US" kern="0" dirty="0">
                <a:solidFill>
                  <a:srgbClr val="F3592E"/>
                </a:solidFill>
                <a:latin typeface="Times New Roman" panose="02020603050405020304" pitchFamily="18" charset="0"/>
                <a:cs typeface="Times New Roman" panose="02020603050405020304" pitchFamily="18" charset="0"/>
              </a:rPr>
              <a:t>SKH </a:t>
            </a:r>
            <a:r>
              <a:rPr lang="en-US" kern="0" dirty="0" err="1">
                <a:solidFill>
                  <a:srgbClr val="F3592E"/>
                </a:solidFill>
                <a:latin typeface="Times New Roman" panose="02020603050405020304" pitchFamily="18" charset="0"/>
                <a:cs typeface="Times New Roman" panose="02020603050405020304" pitchFamily="18" charset="0"/>
              </a:rPr>
              <a:t>Binola</a:t>
            </a:r>
            <a:r>
              <a:rPr lang="en-US" kern="0" dirty="0">
                <a:solidFill>
                  <a:schemeClr val="bg1"/>
                </a:solidFill>
                <a:latin typeface="Times New Roman" panose="02020603050405020304" pitchFamily="18" charset="0"/>
                <a:cs typeface="Times New Roman" panose="02020603050405020304" pitchFamily="18" charset="0"/>
              </a:rPr>
              <a:t>) | Key Assignments &amp; Deliverables</a:t>
            </a:r>
          </a:p>
        </p:txBody>
      </p:sp>
      <p:graphicFrame>
        <p:nvGraphicFramePr>
          <p:cNvPr id="3" name="Diagram 2">
            <a:extLst>
              <a:ext uri="{FF2B5EF4-FFF2-40B4-BE49-F238E27FC236}">
                <a16:creationId xmlns:a16="http://schemas.microsoft.com/office/drawing/2014/main" id="{AD1F7505-8C70-1219-45F5-F71E9F4CCFE3}"/>
              </a:ext>
            </a:extLst>
          </p:cNvPr>
          <p:cNvGraphicFramePr/>
          <p:nvPr>
            <p:extLst>
              <p:ext uri="{D42A27DB-BD31-4B8C-83A1-F6EECF244321}">
                <p14:modId xmlns:p14="http://schemas.microsoft.com/office/powerpoint/2010/main" val="1913440662"/>
              </p:ext>
            </p:extLst>
          </p:nvPr>
        </p:nvGraphicFramePr>
        <p:xfrm>
          <a:off x="-40640" y="802785"/>
          <a:ext cx="5967348" cy="173340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Text 1">
            <a:extLst>
              <a:ext uri="{FF2B5EF4-FFF2-40B4-BE49-F238E27FC236}">
                <a16:creationId xmlns:a16="http://schemas.microsoft.com/office/drawing/2014/main" id="{7933CDA0-3C8B-E779-6832-21583904DE22}"/>
              </a:ext>
            </a:extLst>
          </p:cNvPr>
          <p:cNvSpPr/>
          <p:nvPr/>
        </p:nvSpPr>
        <p:spPr>
          <a:xfrm>
            <a:off x="7049169" y="510172"/>
            <a:ext cx="5032858" cy="640080"/>
          </a:xfrm>
          <a:prstGeom prst="rect">
            <a:avLst/>
          </a:prstGeom>
          <a:noFill/>
          <a:ln/>
        </p:spPr>
        <p:txBody>
          <a:bodyPr wrap="square" lIns="0" tIns="0" rIns="0" bIns="0" rtlCol="0" anchor="ctr"/>
          <a:lstStyle/>
          <a:p>
            <a:pPr>
              <a:lnSpc>
                <a:spcPct val="104000"/>
              </a:lnSpc>
            </a:pPr>
            <a:r>
              <a:rPr lang="en-US" dirty="0">
                <a:solidFill>
                  <a:srgbClr val="1B1B27"/>
                </a:solidFill>
                <a:latin typeface="Raleway" pitchFamily="34" charset="0"/>
                <a:ea typeface="Raleway" pitchFamily="34" charset="-122"/>
                <a:cs typeface="Raleway" pitchFamily="34" charset="-120"/>
              </a:rPr>
              <a:t>Phase 1:</a:t>
            </a:r>
            <a:r>
              <a:rPr lang="en-US" u="sng" dirty="0">
                <a:solidFill>
                  <a:srgbClr val="F15A2B"/>
                </a:solidFill>
                <a:latin typeface="Raleway" pitchFamily="34" charset="0"/>
                <a:ea typeface="Raleway" pitchFamily="34" charset="-122"/>
                <a:cs typeface="Raleway" pitchFamily="34" charset="-120"/>
              </a:rPr>
              <a:t>Manufacturing Process Mapping</a:t>
            </a:r>
            <a:endParaRPr lang="en-US" u="sng" dirty="0">
              <a:solidFill>
                <a:srgbClr val="F15A2B"/>
              </a:solidFill>
            </a:endParaRPr>
          </a:p>
        </p:txBody>
      </p:sp>
      <p:graphicFrame>
        <p:nvGraphicFramePr>
          <p:cNvPr id="13" name="Diagram 12">
            <a:extLst>
              <a:ext uri="{FF2B5EF4-FFF2-40B4-BE49-F238E27FC236}">
                <a16:creationId xmlns:a16="http://schemas.microsoft.com/office/drawing/2014/main" id="{EFBB68E4-FBFD-082D-D24A-DCF285575BCB}"/>
              </a:ext>
            </a:extLst>
          </p:cNvPr>
          <p:cNvGraphicFramePr/>
          <p:nvPr>
            <p:extLst>
              <p:ext uri="{D42A27DB-BD31-4B8C-83A1-F6EECF244321}">
                <p14:modId xmlns:p14="http://schemas.microsoft.com/office/powerpoint/2010/main" val="2881102007"/>
              </p:ext>
            </p:extLst>
          </p:nvPr>
        </p:nvGraphicFramePr>
        <p:xfrm>
          <a:off x="6153816" y="937872"/>
          <a:ext cx="2520342" cy="1812597"/>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15" name="TextBox 14">
            <a:extLst>
              <a:ext uri="{FF2B5EF4-FFF2-40B4-BE49-F238E27FC236}">
                <a16:creationId xmlns:a16="http://schemas.microsoft.com/office/drawing/2014/main" id="{16C74335-520A-53D6-858F-5C13FECB7467}"/>
              </a:ext>
            </a:extLst>
          </p:cNvPr>
          <p:cNvSpPr txBox="1"/>
          <p:nvPr/>
        </p:nvSpPr>
        <p:spPr>
          <a:xfrm>
            <a:off x="8477593" y="1014500"/>
            <a:ext cx="3344298" cy="2262158"/>
          </a:xfrm>
          <a:prstGeom prst="rect">
            <a:avLst/>
          </a:prstGeom>
          <a:noFill/>
        </p:spPr>
        <p:txBody>
          <a:bodyPr wrap="square" rtlCol="0">
            <a:spAutoFit/>
          </a:bodyPr>
          <a:lstStyle/>
          <a:p>
            <a:pPr marL="285750" indent="-285750">
              <a:lnSpc>
                <a:spcPct val="150000"/>
              </a:lnSpc>
              <a:buClr>
                <a:srgbClr val="F15A2B"/>
              </a:buClr>
              <a:buFont typeface="Roboto" panose="02000000000000000000" pitchFamily="2" charset="0"/>
              <a:buChar char="‣"/>
            </a:pPr>
            <a:r>
              <a:rPr lang="en-US" sz="1000" dirty="0">
                <a:solidFill>
                  <a:schemeClr val="bg1"/>
                </a:solidFill>
                <a:latin typeface="Roboto" panose="02000000000000000000" pitchFamily="2" charset="0"/>
                <a:ea typeface="Roboto" panose="02000000000000000000" pitchFamily="2" charset="0"/>
                <a:cs typeface="Roboto" panose="02000000000000000000" pitchFamily="2" charset="0"/>
              </a:rPr>
              <a:t>Studied complete flow from raw material to finished goods.</a:t>
            </a:r>
          </a:p>
          <a:p>
            <a:pPr marL="285750" indent="-285750">
              <a:lnSpc>
                <a:spcPct val="150000"/>
              </a:lnSpc>
              <a:buClr>
                <a:srgbClr val="F15A2B"/>
              </a:buClr>
              <a:buFont typeface="Roboto" panose="02000000000000000000" pitchFamily="2" charset="0"/>
              <a:buChar char="‣"/>
            </a:pPr>
            <a:r>
              <a:rPr lang="en-US" sz="1000" dirty="0">
                <a:solidFill>
                  <a:schemeClr val="bg1"/>
                </a:solidFill>
                <a:latin typeface="Roboto" panose="02000000000000000000" pitchFamily="2" charset="0"/>
                <a:ea typeface="Roboto" panose="02000000000000000000" pitchFamily="2" charset="0"/>
                <a:cs typeface="Roboto" panose="02000000000000000000" pitchFamily="2" charset="0"/>
              </a:rPr>
              <a:t>Press Shop, Weld Shop, Assembly , paint shop, Inspection &amp; Dispatch</a:t>
            </a:r>
          </a:p>
          <a:p>
            <a:pPr marL="285750" indent="-285750">
              <a:lnSpc>
                <a:spcPct val="150000"/>
              </a:lnSpc>
              <a:buClr>
                <a:srgbClr val="F15A2B"/>
              </a:buClr>
              <a:buFont typeface="Roboto" panose="02000000000000000000" pitchFamily="2" charset="0"/>
              <a:buChar char="‣"/>
            </a:pPr>
            <a:r>
              <a:rPr lang="en-US" sz="1000" dirty="0">
                <a:solidFill>
                  <a:schemeClr val="bg1"/>
                </a:solidFill>
                <a:latin typeface="Roboto" panose="02000000000000000000" pitchFamily="2" charset="0"/>
                <a:ea typeface="Roboto" panose="02000000000000000000" pitchFamily="2" charset="0"/>
                <a:cs typeface="Roboto" panose="02000000000000000000" pitchFamily="2" charset="0"/>
              </a:rPr>
              <a:t>Studied production planning under the JIT system</a:t>
            </a:r>
          </a:p>
          <a:p>
            <a:pPr marL="285750" indent="-285750">
              <a:lnSpc>
                <a:spcPct val="150000"/>
              </a:lnSpc>
              <a:buClr>
                <a:srgbClr val="F15A2B"/>
              </a:buClr>
              <a:buFont typeface="Roboto" panose="02000000000000000000" pitchFamily="2" charset="0"/>
              <a:buChar char="‣"/>
            </a:pPr>
            <a:r>
              <a:rPr lang="en-US" sz="1000" dirty="0">
                <a:solidFill>
                  <a:schemeClr val="bg1"/>
                </a:solidFill>
                <a:latin typeface="Roboto" panose="02000000000000000000" pitchFamily="2" charset="0"/>
                <a:ea typeface="Roboto" panose="02000000000000000000" pitchFamily="2" charset="0"/>
                <a:cs typeface="Roboto" panose="02000000000000000000" pitchFamily="2" charset="0"/>
              </a:rPr>
              <a:t>Learned quality checkpoints</a:t>
            </a:r>
          </a:p>
          <a:p>
            <a:pPr marL="285750" indent="-285750">
              <a:lnSpc>
                <a:spcPct val="150000"/>
              </a:lnSpc>
              <a:buClr>
                <a:srgbClr val="F15A2B"/>
              </a:buClr>
              <a:buFont typeface="Roboto" panose="02000000000000000000" pitchFamily="2" charset="0"/>
              <a:buChar char="‣"/>
            </a:pPr>
            <a:r>
              <a:rPr lang="en-US" sz="1000" dirty="0">
                <a:solidFill>
                  <a:schemeClr val="bg1"/>
                </a:solidFill>
                <a:latin typeface="Roboto" panose="02000000000000000000" pitchFamily="2" charset="0"/>
                <a:ea typeface="Roboto" panose="02000000000000000000" pitchFamily="2" charset="0"/>
                <a:cs typeface="Roboto" panose="02000000000000000000" pitchFamily="2" charset="0"/>
              </a:rPr>
              <a:t>Mapped layouts and manufacturing process flows</a:t>
            </a:r>
          </a:p>
          <a:p>
            <a:pPr marL="171450" indent="-171450">
              <a:lnSpc>
                <a:spcPct val="150000"/>
              </a:lnSpc>
              <a:buClr>
                <a:srgbClr val="F15A2B"/>
              </a:buClr>
              <a:buFont typeface="Roboto" panose="02000000000000000000" pitchFamily="2" charset="0"/>
              <a:buChar char="‣"/>
            </a:pPr>
            <a:endParaRPr lang="en-US" sz="1200" dirty="0">
              <a:solidFill>
                <a:schemeClr val="bg1"/>
              </a:solidFill>
              <a:latin typeface="Roboto" panose="02000000000000000000" pitchFamily="2" charset="0"/>
              <a:ea typeface="Roboto" panose="02000000000000000000" pitchFamily="2" charset="0"/>
              <a:cs typeface="Roboto" panose="02000000000000000000" pitchFamily="2" charset="0"/>
            </a:endParaRPr>
          </a:p>
          <a:p>
            <a:endParaRPr lang="en-US" dirty="0">
              <a:solidFill>
                <a:schemeClr val="bg1"/>
              </a:solidFill>
            </a:endParaRPr>
          </a:p>
        </p:txBody>
      </p:sp>
      <p:sp>
        <p:nvSpPr>
          <p:cNvPr id="17" name="Text 1">
            <a:extLst>
              <a:ext uri="{FF2B5EF4-FFF2-40B4-BE49-F238E27FC236}">
                <a16:creationId xmlns:a16="http://schemas.microsoft.com/office/drawing/2014/main" id="{98DEF109-A6D1-0936-269B-62288141B807}"/>
              </a:ext>
            </a:extLst>
          </p:cNvPr>
          <p:cNvSpPr/>
          <p:nvPr/>
        </p:nvSpPr>
        <p:spPr>
          <a:xfrm>
            <a:off x="1200158" y="754730"/>
            <a:ext cx="3501949" cy="429872"/>
          </a:xfrm>
          <a:prstGeom prst="rect">
            <a:avLst/>
          </a:prstGeom>
          <a:noFill/>
          <a:ln/>
        </p:spPr>
        <p:txBody>
          <a:bodyPr wrap="square" lIns="0" tIns="0" rIns="0" bIns="0" rtlCol="0" anchor="ctr"/>
          <a:lstStyle/>
          <a:p>
            <a:r>
              <a:rPr lang="en-IN" dirty="0">
                <a:solidFill>
                  <a:schemeClr val="bg1"/>
                </a:solidFill>
                <a:latin typeface="Raleway" pitchFamily="2" charset="0"/>
              </a:rPr>
              <a:t>Process Improvement Roadmap</a:t>
            </a:r>
          </a:p>
        </p:txBody>
      </p:sp>
      <p:sp>
        <p:nvSpPr>
          <p:cNvPr id="21" name="Text 1">
            <a:extLst>
              <a:ext uri="{FF2B5EF4-FFF2-40B4-BE49-F238E27FC236}">
                <a16:creationId xmlns:a16="http://schemas.microsoft.com/office/drawing/2014/main" id="{7DE71578-4572-5B8A-CBE7-519A20DC1D76}"/>
              </a:ext>
            </a:extLst>
          </p:cNvPr>
          <p:cNvSpPr/>
          <p:nvPr/>
        </p:nvSpPr>
        <p:spPr>
          <a:xfrm>
            <a:off x="1630690" y="2828566"/>
            <a:ext cx="2555778" cy="434718"/>
          </a:xfrm>
          <a:prstGeom prst="rect">
            <a:avLst/>
          </a:prstGeom>
          <a:noFill/>
          <a:ln/>
        </p:spPr>
        <p:txBody>
          <a:bodyPr wrap="square" lIns="0" tIns="0" rIns="0" bIns="0" rtlCol="0" anchor="ctr"/>
          <a:lstStyle/>
          <a:p>
            <a:pPr>
              <a:lnSpc>
                <a:spcPct val="104000"/>
              </a:lnSpc>
            </a:pPr>
            <a:r>
              <a:rPr lang="en-US" dirty="0">
                <a:solidFill>
                  <a:srgbClr val="1B1B27"/>
                </a:solidFill>
                <a:latin typeface="Raleway" pitchFamily="34" charset="0"/>
                <a:ea typeface="Raleway" pitchFamily="34" charset="-122"/>
                <a:cs typeface="Raleway" pitchFamily="34" charset="-120"/>
              </a:rPr>
              <a:t>Phase 2:</a:t>
            </a:r>
            <a:r>
              <a:rPr lang="en-US" u="sng" dirty="0">
                <a:solidFill>
                  <a:srgbClr val="F15A2B"/>
                </a:solidFill>
                <a:latin typeface="Raleway" pitchFamily="34" charset="0"/>
                <a:ea typeface="Raleway" pitchFamily="34" charset="-122"/>
                <a:cs typeface="Raleway" pitchFamily="34" charset="-120"/>
              </a:rPr>
              <a:t>Data collection</a:t>
            </a:r>
            <a:endParaRPr lang="en-US" u="sng" dirty="0">
              <a:solidFill>
                <a:srgbClr val="F15A2B"/>
              </a:solidFill>
            </a:endParaRPr>
          </a:p>
        </p:txBody>
      </p:sp>
      <p:sp>
        <p:nvSpPr>
          <p:cNvPr id="43" name="Text 1">
            <a:extLst>
              <a:ext uri="{FF2B5EF4-FFF2-40B4-BE49-F238E27FC236}">
                <a16:creationId xmlns:a16="http://schemas.microsoft.com/office/drawing/2014/main" id="{A8843EB9-B5DF-CBFB-982C-F6D680FAD405}"/>
              </a:ext>
            </a:extLst>
          </p:cNvPr>
          <p:cNvSpPr/>
          <p:nvPr/>
        </p:nvSpPr>
        <p:spPr>
          <a:xfrm>
            <a:off x="699412" y="3227661"/>
            <a:ext cx="832218" cy="282414"/>
          </a:xfrm>
          <a:prstGeom prst="rect">
            <a:avLst/>
          </a:prstGeom>
          <a:noFill/>
          <a:ln/>
        </p:spPr>
        <p:txBody>
          <a:bodyPr wrap="none" lIns="0" tIns="0" rIns="0" bIns="0" rtlCol="0" anchor="t"/>
          <a:lstStyle/>
          <a:p>
            <a:pPr marL="0" indent="0" algn="ctr">
              <a:lnSpc>
                <a:spcPct val="83000"/>
              </a:lnSpc>
              <a:buNone/>
            </a:pPr>
            <a:r>
              <a:rPr lang="en-US" sz="2400" dirty="0">
                <a:solidFill>
                  <a:srgbClr val="F15A2B"/>
                </a:solidFill>
                <a:latin typeface="Raleway" pitchFamily="34" charset="0"/>
                <a:ea typeface="Raleway" pitchFamily="34" charset="-122"/>
                <a:cs typeface="Raleway" pitchFamily="34" charset="-120"/>
              </a:rPr>
              <a:t>20+</a:t>
            </a:r>
            <a:endParaRPr lang="en-US" sz="2400" dirty="0">
              <a:solidFill>
                <a:srgbClr val="F15A2B"/>
              </a:solidFill>
            </a:endParaRPr>
          </a:p>
        </p:txBody>
      </p:sp>
      <p:sp>
        <p:nvSpPr>
          <p:cNvPr id="45" name="Text 2">
            <a:extLst>
              <a:ext uri="{FF2B5EF4-FFF2-40B4-BE49-F238E27FC236}">
                <a16:creationId xmlns:a16="http://schemas.microsoft.com/office/drawing/2014/main" id="{E4BF1AAC-521D-C20D-924B-4AAB4C3D4CF4}"/>
              </a:ext>
            </a:extLst>
          </p:cNvPr>
          <p:cNvSpPr/>
          <p:nvPr/>
        </p:nvSpPr>
        <p:spPr>
          <a:xfrm>
            <a:off x="510044" y="3523217"/>
            <a:ext cx="1210954" cy="183410"/>
          </a:xfrm>
          <a:prstGeom prst="rect">
            <a:avLst/>
          </a:prstGeom>
          <a:noFill/>
          <a:ln/>
        </p:spPr>
        <p:txBody>
          <a:bodyPr wrap="none" lIns="0" tIns="0" rIns="0" bIns="0" rtlCol="0" anchor="t"/>
          <a:lstStyle/>
          <a:p>
            <a:pPr marL="0" indent="0" algn="ctr">
              <a:lnSpc>
                <a:spcPct val="104000"/>
              </a:lnSpc>
              <a:buNone/>
            </a:pPr>
            <a:r>
              <a:rPr lang="en-US" sz="1050" dirty="0">
                <a:solidFill>
                  <a:schemeClr val="bg1"/>
                </a:solidFill>
                <a:latin typeface="Roboto" panose="02000000000000000000" pitchFamily="2" charset="0"/>
                <a:ea typeface="Roboto" panose="02000000000000000000" pitchFamily="2" charset="0"/>
                <a:cs typeface="Roboto" panose="02000000000000000000" pitchFamily="2" charset="0"/>
              </a:rPr>
              <a:t>Die Changeovers</a:t>
            </a:r>
          </a:p>
        </p:txBody>
      </p:sp>
      <p:sp>
        <p:nvSpPr>
          <p:cNvPr id="47" name="Text 3">
            <a:extLst>
              <a:ext uri="{FF2B5EF4-FFF2-40B4-BE49-F238E27FC236}">
                <a16:creationId xmlns:a16="http://schemas.microsoft.com/office/drawing/2014/main" id="{47A91B5F-3B2F-6FA6-0AFC-24BA236C6F23}"/>
              </a:ext>
            </a:extLst>
          </p:cNvPr>
          <p:cNvSpPr/>
          <p:nvPr/>
        </p:nvSpPr>
        <p:spPr>
          <a:xfrm>
            <a:off x="340618" y="3706627"/>
            <a:ext cx="1549807" cy="316215"/>
          </a:xfrm>
          <a:prstGeom prst="rect">
            <a:avLst/>
          </a:prstGeom>
          <a:noFill/>
          <a:ln/>
        </p:spPr>
        <p:txBody>
          <a:bodyPr wrap="square" lIns="0" tIns="0" rIns="0" bIns="0" rtlCol="0" anchor="t">
            <a:normAutofit lnSpcReduction="10000"/>
          </a:bodyPr>
          <a:lstStyle/>
          <a:p>
            <a:pPr marL="0" indent="0" algn="ctr">
              <a:lnSpc>
                <a:spcPct val="127000"/>
              </a:lnSpc>
              <a:buNone/>
            </a:pPr>
            <a:r>
              <a:rPr lang="en-US" sz="900" dirty="0">
                <a:solidFill>
                  <a:srgbClr val="F15A2B"/>
                </a:solidFill>
                <a:latin typeface="Roboto" pitchFamily="34" charset="0"/>
                <a:ea typeface="Roboto" pitchFamily="34" charset="-122"/>
                <a:cs typeface="Roboto" pitchFamily="34" charset="-120"/>
              </a:rPr>
              <a:t>Captured with stopwatch precision across press lines</a:t>
            </a:r>
            <a:endParaRPr lang="en-US" sz="900" dirty="0">
              <a:solidFill>
                <a:srgbClr val="F15A2B"/>
              </a:solidFill>
            </a:endParaRPr>
          </a:p>
        </p:txBody>
      </p:sp>
      <p:sp>
        <p:nvSpPr>
          <p:cNvPr id="49" name="Text 4">
            <a:extLst>
              <a:ext uri="{FF2B5EF4-FFF2-40B4-BE49-F238E27FC236}">
                <a16:creationId xmlns:a16="http://schemas.microsoft.com/office/drawing/2014/main" id="{F5541CC2-FCBF-2C8C-D1CC-BB7994959B65}"/>
              </a:ext>
            </a:extLst>
          </p:cNvPr>
          <p:cNvSpPr/>
          <p:nvPr/>
        </p:nvSpPr>
        <p:spPr>
          <a:xfrm>
            <a:off x="2591481" y="3227661"/>
            <a:ext cx="546624" cy="316215"/>
          </a:xfrm>
          <a:prstGeom prst="rect">
            <a:avLst/>
          </a:prstGeom>
          <a:noFill/>
          <a:ln/>
        </p:spPr>
        <p:txBody>
          <a:bodyPr wrap="none" lIns="0" tIns="0" rIns="0" bIns="0" rtlCol="0" anchor="t"/>
          <a:lstStyle/>
          <a:p>
            <a:pPr marL="0" indent="0" algn="ctr">
              <a:lnSpc>
                <a:spcPct val="83000"/>
              </a:lnSpc>
              <a:buNone/>
            </a:pPr>
            <a:r>
              <a:rPr lang="en-US" sz="2400" dirty="0">
                <a:solidFill>
                  <a:srgbClr val="F15A2B"/>
                </a:solidFill>
                <a:latin typeface="Raleway" pitchFamily="34" charset="0"/>
                <a:ea typeface="Raleway" pitchFamily="34" charset="-122"/>
                <a:cs typeface="Raleway" pitchFamily="34" charset="-120"/>
              </a:rPr>
              <a:t>40+</a:t>
            </a:r>
            <a:endParaRPr lang="en-US" sz="2400" dirty="0">
              <a:solidFill>
                <a:srgbClr val="F15A2B"/>
              </a:solidFill>
            </a:endParaRPr>
          </a:p>
        </p:txBody>
      </p:sp>
      <p:sp>
        <p:nvSpPr>
          <p:cNvPr id="51" name="Text 5">
            <a:extLst>
              <a:ext uri="{FF2B5EF4-FFF2-40B4-BE49-F238E27FC236}">
                <a16:creationId xmlns:a16="http://schemas.microsoft.com/office/drawing/2014/main" id="{52B28B5D-D387-1842-192B-07EB13925533}"/>
              </a:ext>
            </a:extLst>
          </p:cNvPr>
          <p:cNvSpPr/>
          <p:nvPr/>
        </p:nvSpPr>
        <p:spPr>
          <a:xfrm>
            <a:off x="2381934" y="3523217"/>
            <a:ext cx="965718" cy="153225"/>
          </a:xfrm>
          <a:prstGeom prst="rect">
            <a:avLst/>
          </a:prstGeom>
          <a:noFill/>
          <a:ln/>
        </p:spPr>
        <p:txBody>
          <a:bodyPr wrap="none" lIns="0" tIns="0" rIns="0" bIns="0" rtlCol="0" anchor="t"/>
          <a:lstStyle/>
          <a:p>
            <a:pPr marL="0" indent="0" algn="ctr">
              <a:lnSpc>
                <a:spcPct val="104000"/>
              </a:lnSpc>
              <a:buNone/>
            </a:pPr>
            <a:r>
              <a:rPr lang="en-US" sz="1050" dirty="0">
                <a:solidFill>
                  <a:schemeClr val="bg1"/>
                </a:solidFill>
                <a:latin typeface="Roboto" panose="02000000000000000000" pitchFamily="2" charset="0"/>
                <a:ea typeface="Roboto" panose="02000000000000000000" pitchFamily="2" charset="0"/>
                <a:cs typeface="Roboto" panose="02000000000000000000" pitchFamily="2" charset="0"/>
              </a:rPr>
              <a:t>Cycle Studies</a:t>
            </a:r>
          </a:p>
        </p:txBody>
      </p:sp>
      <p:sp>
        <p:nvSpPr>
          <p:cNvPr id="53" name="Text 6">
            <a:extLst>
              <a:ext uri="{FF2B5EF4-FFF2-40B4-BE49-F238E27FC236}">
                <a16:creationId xmlns:a16="http://schemas.microsoft.com/office/drawing/2014/main" id="{CFBEF6F5-6999-8DE8-C607-CD87A8160C59}"/>
              </a:ext>
            </a:extLst>
          </p:cNvPr>
          <p:cNvSpPr/>
          <p:nvPr/>
        </p:nvSpPr>
        <p:spPr>
          <a:xfrm>
            <a:off x="2091882" y="3706627"/>
            <a:ext cx="1545821" cy="434718"/>
          </a:xfrm>
          <a:prstGeom prst="rect">
            <a:avLst/>
          </a:prstGeom>
          <a:noFill/>
          <a:ln/>
        </p:spPr>
        <p:txBody>
          <a:bodyPr wrap="square" lIns="0" tIns="0" rIns="0" bIns="0" rtlCol="0" anchor="t">
            <a:normAutofit/>
          </a:bodyPr>
          <a:lstStyle/>
          <a:p>
            <a:pPr marL="0" indent="0" algn="ctr">
              <a:lnSpc>
                <a:spcPct val="127000"/>
              </a:lnSpc>
              <a:buNone/>
            </a:pPr>
            <a:r>
              <a:rPr lang="en-US" sz="900" dirty="0">
                <a:solidFill>
                  <a:srgbClr val="F15A2B"/>
                </a:solidFill>
                <a:latin typeface="Roboto" pitchFamily="34" charset="0"/>
                <a:ea typeface="Roboto" pitchFamily="34" charset="-122"/>
                <a:cs typeface="Roboto" pitchFamily="34" charset="-120"/>
              </a:rPr>
              <a:t>Machine cycle time analyses across all press lines</a:t>
            </a:r>
            <a:endParaRPr lang="en-US" sz="900" dirty="0">
              <a:solidFill>
                <a:srgbClr val="F15A2B"/>
              </a:solidFill>
            </a:endParaRPr>
          </a:p>
        </p:txBody>
      </p:sp>
      <p:sp>
        <p:nvSpPr>
          <p:cNvPr id="896" name="Text 7">
            <a:extLst>
              <a:ext uri="{FF2B5EF4-FFF2-40B4-BE49-F238E27FC236}">
                <a16:creationId xmlns:a16="http://schemas.microsoft.com/office/drawing/2014/main" id="{1EA655BD-B27E-68F3-18E0-388AFA1FBDDE}"/>
              </a:ext>
            </a:extLst>
          </p:cNvPr>
          <p:cNvSpPr/>
          <p:nvPr/>
        </p:nvSpPr>
        <p:spPr>
          <a:xfrm>
            <a:off x="4431559" y="3227661"/>
            <a:ext cx="455246" cy="372168"/>
          </a:xfrm>
          <a:prstGeom prst="rect">
            <a:avLst/>
          </a:prstGeom>
          <a:noFill/>
          <a:ln/>
        </p:spPr>
        <p:txBody>
          <a:bodyPr wrap="none" lIns="0" tIns="0" rIns="0" bIns="0" rtlCol="0" anchor="t"/>
          <a:lstStyle/>
          <a:p>
            <a:pPr marL="0" indent="0" algn="ctr">
              <a:lnSpc>
                <a:spcPct val="83000"/>
              </a:lnSpc>
              <a:buNone/>
            </a:pPr>
            <a:r>
              <a:rPr lang="en-US" sz="2400" dirty="0">
                <a:solidFill>
                  <a:srgbClr val="F15A2B"/>
                </a:solidFill>
                <a:latin typeface="Raleway" pitchFamily="34" charset="0"/>
                <a:ea typeface="Raleway" pitchFamily="34" charset="-122"/>
                <a:cs typeface="Raleway" pitchFamily="34" charset="-120"/>
              </a:rPr>
              <a:t>4M</a:t>
            </a:r>
            <a:endParaRPr lang="en-US" sz="2400" dirty="0">
              <a:solidFill>
                <a:srgbClr val="F15A2B"/>
              </a:solidFill>
            </a:endParaRPr>
          </a:p>
        </p:txBody>
      </p:sp>
      <p:sp>
        <p:nvSpPr>
          <p:cNvPr id="898" name="Text 8">
            <a:extLst>
              <a:ext uri="{FF2B5EF4-FFF2-40B4-BE49-F238E27FC236}">
                <a16:creationId xmlns:a16="http://schemas.microsoft.com/office/drawing/2014/main" id="{F91467B7-2880-C695-1C43-1DAADA943DEC}"/>
              </a:ext>
            </a:extLst>
          </p:cNvPr>
          <p:cNvSpPr/>
          <p:nvPr/>
        </p:nvSpPr>
        <p:spPr>
          <a:xfrm>
            <a:off x="4133453" y="3523217"/>
            <a:ext cx="1304305" cy="136672"/>
          </a:xfrm>
          <a:prstGeom prst="rect">
            <a:avLst/>
          </a:prstGeom>
          <a:noFill/>
          <a:ln/>
        </p:spPr>
        <p:txBody>
          <a:bodyPr wrap="none" lIns="0" tIns="0" rIns="0" bIns="0" rtlCol="0" anchor="t"/>
          <a:lstStyle/>
          <a:p>
            <a:pPr marL="0" indent="0" algn="ctr">
              <a:lnSpc>
                <a:spcPct val="104000"/>
              </a:lnSpc>
              <a:buNone/>
            </a:pPr>
            <a:r>
              <a:rPr lang="en-US" sz="1050" dirty="0">
                <a:solidFill>
                  <a:schemeClr val="bg2"/>
                </a:solidFill>
                <a:latin typeface="Raleway" pitchFamily="34" charset="0"/>
                <a:ea typeface="Raleway" pitchFamily="34" charset="-122"/>
                <a:cs typeface="Raleway" pitchFamily="34" charset="-120"/>
              </a:rPr>
              <a:t>Analysis Framework</a:t>
            </a:r>
            <a:endParaRPr lang="en-US" sz="1050" dirty="0">
              <a:solidFill>
                <a:schemeClr val="bg2"/>
              </a:solidFill>
            </a:endParaRPr>
          </a:p>
        </p:txBody>
      </p:sp>
      <p:sp>
        <p:nvSpPr>
          <p:cNvPr id="900" name="Text 9">
            <a:extLst>
              <a:ext uri="{FF2B5EF4-FFF2-40B4-BE49-F238E27FC236}">
                <a16:creationId xmlns:a16="http://schemas.microsoft.com/office/drawing/2014/main" id="{3DF6FFD9-2010-D37D-A6B6-36B8AA1B6F9F}"/>
              </a:ext>
            </a:extLst>
          </p:cNvPr>
          <p:cNvSpPr/>
          <p:nvPr/>
        </p:nvSpPr>
        <p:spPr>
          <a:xfrm>
            <a:off x="3773612" y="3706627"/>
            <a:ext cx="2019642" cy="385149"/>
          </a:xfrm>
          <a:prstGeom prst="rect">
            <a:avLst/>
          </a:prstGeom>
          <a:noFill/>
          <a:ln/>
        </p:spPr>
        <p:txBody>
          <a:bodyPr wrap="square" lIns="0" tIns="0" rIns="0" bIns="0" rtlCol="0" anchor="t">
            <a:normAutofit/>
          </a:bodyPr>
          <a:lstStyle/>
          <a:p>
            <a:pPr marL="0" indent="0" algn="ctr">
              <a:lnSpc>
                <a:spcPct val="127000"/>
              </a:lnSpc>
              <a:buNone/>
            </a:pPr>
            <a:r>
              <a:rPr lang="en-US" sz="900" dirty="0">
                <a:solidFill>
                  <a:srgbClr val="F15A2B"/>
                </a:solidFill>
                <a:latin typeface="Roboto" pitchFamily="34" charset="0"/>
                <a:ea typeface="Roboto" pitchFamily="34" charset="-122"/>
                <a:cs typeface="Roboto" pitchFamily="34" charset="-120"/>
              </a:rPr>
              <a:t>Man, Machine, Material, Method  structured Gemba walk observations</a:t>
            </a:r>
            <a:endParaRPr lang="en-US" sz="900" dirty="0">
              <a:solidFill>
                <a:srgbClr val="F15A2B"/>
              </a:solidFill>
            </a:endParaRPr>
          </a:p>
        </p:txBody>
      </p:sp>
      <p:sp>
        <p:nvSpPr>
          <p:cNvPr id="902" name="TextBox 901">
            <a:extLst>
              <a:ext uri="{FF2B5EF4-FFF2-40B4-BE49-F238E27FC236}">
                <a16:creationId xmlns:a16="http://schemas.microsoft.com/office/drawing/2014/main" id="{CA441189-B754-1C8C-DD6F-26153DB4685B}"/>
              </a:ext>
            </a:extLst>
          </p:cNvPr>
          <p:cNvSpPr txBox="1"/>
          <p:nvPr/>
        </p:nvSpPr>
        <p:spPr>
          <a:xfrm>
            <a:off x="110429" y="4086122"/>
            <a:ext cx="5967348" cy="465640"/>
          </a:xfrm>
          <a:prstGeom prst="rect">
            <a:avLst/>
          </a:prstGeom>
          <a:noFill/>
        </p:spPr>
        <p:txBody>
          <a:bodyPr wrap="square">
            <a:spAutoFit/>
          </a:bodyPr>
          <a:lstStyle/>
          <a:p>
            <a:pPr marL="0" indent="0" algn="ctr">
              <a:lnSpc>
                <a:spcPct val="127000"/>
              </a:lnSpc>
              <a:buNone/>
            </a:pPr>
            <a:r>
              <a:rPr lang="en-US" sz="1000" dirty="0">
                <a:solidFill>
                  <a:schemeClr val="bg1"/>
                </a:solidFill>
                <a:latin typeface="Roboto" pitchFamily="34" charset="0"/>
                <a:ea typeface="Roboto" pitchFamily="34" charset="-122"/>
                <a:cs typeface="Roboto" pitchFamily="34" charset="-120"/>
              </a:rPr>
              <a:t>Frame-by-frame analysis of changeover and material handling activities enabled identification of Value-added vs. Non-value-added time.</a:t>
            </a:r>
            <a:endParaRPr lang="en-US" sz="1000" dirty="0">
              <a:solidFill>
                <a:schemeClr val="bg1"/>
              </a:solidFill>
            </a:endParaRPr>
          </a:p>
        </p:txBody>
      </p:sp>
      <p:sp>
        <p:nvSpPr>
          <p:cNvPr id="904" name="Text 1">
            <a:extLst>
              <a:ext uri="{FF2B5EF4-FFF2-40B4-BE49-F238E27FC236}">
                <a16:creationId xmlns:a16="http://schemas.microsoft.com/office/drawing/2014/main" id="{D17B959E-088A-98C8-8DAF-E783754ECB07}"/>
              </a:ext>
            </a:extLst>
          </p:cNvPr>
          <p:cNvSpPr/>
          <p:nvPr/>
        </p:nvSpPr>
        <p:spPr>
          <a:xfrm>
            <a:off x="6684213" y="2828566"/>
            <a:ext cx="4834312" cy="434718"/>
          </a:xfrm>
          <a:prstGeom prst="rect">
            <a:avLst/>
          </a:prstGeom>
          <a:noFill/>
          <a:ln/>
        </p:spPr>
        <p:txBody>
          <a:bodyPr wrap="square" lIns="0" tIns="0" rIns="0" bIns="0" rtlCol="0" anchor="ctr"/>
          <a:lstStyle/>
          <a:p>
            <a:pPr>
              <a:lnSpc>
                <a:spcPct val="104000"/>
              </a:lnSpc>
            </a:pPr>
            <a:r>
              <a:rPr lang="en-US" dirty="0">
                <a:solidFill>
                  <a:srgbClr val="1B1B27"/>
                </a:solidFill>
                <a:latin typeface="Raleway" pitchFamily="34" charset="0"/>
                <a:ea typeface="Raleway" pitchFamily="34" charset="-122"/>
                <a:cs typeface="Raleway" pitchFamily="34" charset="-120"/>
              </a:rPr>
              <a:t>Phase 3:</a:t>
            </a:r>
            <a:r>
              <a:rPr lang="en-US" u="sng" dirty="0">
                <a:solidFill>
                  <a:srgbClr val="F15A2B"/>
                </a:solidFill>
                <a:latin typeface="Raleway" pitchFamily="34" charset="0"/>
                <a:ea typeface="Raleway" pitchFamily="34" charset="-122"/>
                <a:cs typeface="Raleway" pitchFamily="34" charset="-120"/>
              </a:rPr>
              <a:t>Delay Identification Fishbone analysis</a:t>
            </a:r>
            <a:endParaRPr lang="en-US" u="sng" dirty="0">
              <a:solidFill>
                <a:srgbClr val="F15A2B"/>
              </a:solidFill>
            </a:endParaRPr>
          </a:p>
        </p:txBody>
      </p:sp>
      <p:pic>
        <p:nvPicPr>
          <p:cNvPr id="909" name="Picture 908">
            <a:extLst>
              <a:ext uri="{FF2B5EF4-FFF2-40B4-BE49-F238E27FC236}">
                <a16:creationId xmlns:a16="http://schemas.microsoft.com/office/drawing/2014/main" id="{B7BC25A7-FEAE-011E-37F8-BC1ED7976785}"/>
              </a:ext>
            </a:extLst>
          </p:cNvPr>
          <p:cNvPicPr>
            <a:picLocks noChangeAspect="1"/>
          </p:cNvPicPr>
          <p:nvPr/>
        </p:nvPicPr>
        <p:blipFill>
          <a:blip r:embed="rId12"/>
          <a:stretch>
            <a:fillRect/>
          </a:stretch>
        </p:blipFill>
        <p:spPr>
          <a:xfrm>
            <a:off x="6153816" y="3257929"/>
            <a:ext cx="3135557" cy="1430765"/>
          </a:xfrm>
          <a:prstGeom prst="rect">
            <a:avLst/>
          </a:prstGeom>
          <a:ln>
            <a:solidFill>
              <a:srgbClr val="F15A2B"/>
            </a:solidFill>
          </a:ln>
        </p:spPr>
      </p:pic>
      <p:sp>
        <p:nvSpPr>
          <p:cNvPr id="911" name="TextBox 910">
            <a:extLst>
              <a:ext uri="{FF2B5EF4-FFF2-40B4-BE49-F238E27FC236}">
                <a16:creationId xmlns:a16="http://schemas.microsoft.com/office/drawing/2014/main" id="{4981B2AE-FEA7-7966-64A0-F98DAA9442B4}"/>
              </a:ext>
            </a:extLst>
          </p:cNvPr>
          <p:cNvSpPr txBox="1"/>
          <p:nvPr/>
        </p:nvSpPr>
        <p:spPr>
          <a:xfrm>
            <a:off x="9365923" y="3194479"/>
            <a:ext cx="2802212" cy="553998"/>
          </a:xfrm>
          <a:prstGeom prst="rect">
            <a:avLst/>
          </a:prstGeom>
          <a:noFill/>
        </p:spPr>
        <p:txBody>
          <a:bodyPr wrap="square">
            <a:spAutoFit/>
          </a:bodyPr>
          <a:lstStyle/>
          <a:p>
            <a:pPr>
              <a:buNone/>
            </a:pPr>
            <a:r>
              <a:rPr lang="en-IN" sz="1000" dirty="0">
                <a:solidFill>
                  <a:schemeClr val="bg1"/>
                </a:solidFill>
                <a:latin typeface="Roboto" panose="02000000000000000000" pitchFamily="2" charset="0"/>
                <a:ea typeface="Roboto" panose="02000000000000000000" pitchFamily="2" charset="0"/>
                <a:cs typeface="Roboto" panose="02000000000000000000" pitchFamily="2" charset="0"/>
              </a:rPr>
              <a:t>Observed press-line delays and grouped their causes under Man, Machine, Material, and Method.</a:t>
            </a:r>
          </a:p>
        </p:txBody>
      </p:sp>
      <p:sp>
        <p:nvSpPr>
          <p:cNvPr id="913" name="Text 1">
            <a:extLst>
              <a:ext uri="{FF2B5EF4-FFF2-40B4-BE49-F238E27FC236}">
                <a16:creationId xmlns:a16="http://schemas.microsoft.com/office/drawing/2014/main" id="{A601A673-9B61-E4F8-617A-29A5135EDF65}"/>
              </a:ext>
            </a:extLst>
          </p:cNvPr>
          <p:cNvSpPr/>
          <p:nvPr/>
        </p:nvSpPr>
        <p:spPr>
          <a:xfrm>
            <a:off x="7262788" y="4691520"/>
            <a:ext cx="4535809" cy="359617"/>
          </a:xfrm>
          <a:prstGeom prst="rect">
            <a:avLst/>
          </a:prstGeom>
          <a:noFill/>
          <a:ln/>
        </p:spPr>
        <p:txBody>
          <a:bodyPr wrap="square" lIns="0" tIns="0" rIns="0" bIns="0" rtlCol="0" anchor="ctr"/>
          <a:lstStyle/>
          <a:p>
            <a:pPr>
              <a:lnSpc>
                <a:spcPct val="104000"/>
              </a:lnSpc>
            </a:pPr>
            <a:r>
              <a:rPr lang="en-US" dirty="0">
                <a:solidFill>
                  <a:srgbClr val="1B1B27"/>
                </a:solidFill>
                <a:latin typeface="Raleway" pitchFamily="34" charset="0"/>
                <a:ea typeface="Raleway" pitchFamily="34" charset="-122"/>
                <a:cs typeface="Raleway" pitchFamily="34" charset="-120"/>
              </a:rPr>
              <a:t>Phase 4:</a:t>
            </a:r>
            <a:r>
              <a:rPr lang="en-US" u="sng" dirty="0">
                <a:solidFill>
                  <a:srgbClr val="F15A2B"/>
                </a:solidFill>
                <a:latin typeface="Raleway" pitchFamily="34" charset="0"/>
                <a:ea typeface="Raleway" pitchFamily="34" charset="-122"/>
                <a:cs typeface="Raleway" pitchFamily="34" charset="-120"/>
              </a:rPr>
              <a:t>Visualization &amp; Digital Simulation</a:t>
            </a:r>
            <a:endParaRPr lang="en-US" u="sng" dirty="0">
              <a:solidFill>
                <a:srgbClr val="F15A2B"/>
              </a:solidFill>
            </a:endParaRPr>
          </a:p>
        </p:txBody>
      </p:sp>
      <p:pic>
        <p:nvPicPr>
          <p:cNvPr id="915" name="Picture 914">
            <a:extLst>
              <a:ext uri="{FF2B5EF4-FFF2-40B4-BE49-F238E27FC236}">
                <a16:creationId xmlns:a16="http://schemas.microsoft.com/office/drawing/2014/main" id="{72C62632-C13A-BE1D-15B9-1B45AF90D969}"/>
              </a:ext>
            </a:extLst>
          </p:cNvPr>
          <p:cNvPicPr>
            <a:picLocks noChangeAspect="1"/>
          </p:cNvPicPr>
          <p:nvPr/>
        </p:nvPicPr>
        <p:blipFill>
          <a:blip r:embed="rId13"/>
          <a:stretch>
            <a:fillRect/>
          </a:stretch>
        </p:blipFill>
        <p:spPr>
          <a:xfrm>
            <a:off x="6153816" y="5093193"/>
            <a:ext cx="3125669" cy="1131444"/>
          </a:xfrm>
          <a:prstGeom prst="rect">
            <a:avLst/>
          </a:prstGeom>
          <a:ln>
            <a:solidFill>
              <a:srgbClr val="F15A2B"/>
            </a:solidFill>
          </a:ln>
        </p:spPr>
      </p:pic>
      <p:sp>
        <p:nvSpPr>
          <p:cNvPr id="922" name="TextBox 921">
            <a:extLst>
              <a:ext uri="{FF2B5EF4-FFF2-40B4-BE49-F238E27FC236}">
                <a16:creationId xmlns:a16="http://schemas.microsoft.com/office/drawing/2014/main" id="{020E348D-8199-C3DD-2FD8-820D068BB5B7}"/>
              </a:ext>
            </a:extLst>
          </p:cNvPr>
          <p:cNvSpPr txBox="1"/>
          <p:nvPr/>
        </p:nvSpPr>
        <p:spPr>
          <a:xfrm>
            <a:off x="9279485" y="3620446"/>
            <a:ext cx="2924089" cy="1446550"/>
          </a:xfrm>
          <a:prstGeom prst="rect">
            <a:avLst/>
          </a:prstGeom>
          <a:noFill/>
        </p:spPr>
        <p:txBody>
          <a:bodyPr wrap="square" rtlCol="0" anchor="t">
            <a:spAutoFit/>
          </a:bodyPr>
          <a:lstStyle/>
          <a:p>
            <a:pPr marL="285750" indent="-285750">
              <a:buClr>
                <a:srgbClr val="F15A2B"/>
              </a:buClr>
              <a:buFont typeface="Roboto" panose="02000000000000000000" pitchFamily="2" charset="0"/>
              <a:buChar char="‣"/>
            </a:pPr>
            <a:r>
              <a:rPr lang="en-US" sz="1000" dirty="0">
                <a:solidFill>
                  <a:schemeClr val="bg1"/>
                </a:solidFill>
                <a:latin typeface="Roboto" panose="02000000000000000000" pitchFamily="2" charset="0"/>
                <a:ea typeface="Roboto" panose="02000000000000000000" pitchFamily="2" charset="0"/>
                <a:cs typeface="Roboto" panose="02000000000000000000" pitchFamily="2" charset="0"/>
              </a:rPr>
              <a:t>Operator waiting and tool search delays</a:t>
            </a:r>
          </a:p>
          <a:p>
            <a:pPr marL="285750" indent="-285750">
              <a:buClr>
                <a:srgbClr val="F15A2B"/>
              </a:buClr>
              <a:buFont typeface="Roboto" panose="02000000000000000000" pitchFamily="2" charset="0"/>
              <a:buChar char="‣"/>
            </a:pPr>
            <a:r>
              <a:rPr lang="en-US" sz="1000" dirty="0">
                <a:solidFill>
                  <a:schemeClr val="bg1"/>
                </a:solidFill>
                <a:latin typeface="Roboto" panose="02000000000000000000" pitchFamily="2" charset="0"/>
                <a:ea typeface="Roboto" panose="02000000000000000000" pitchFamily="2" charset="0"/>
                <a:cs typeface="Roboto" panose="02000000000000000000" pitchFamily="2" charset="0"/>
              </a:rPr>
              <a:t>Machine stoppages , power cuts and die jams</a:t>
            </a:r>
          </a:p>
          <a:p>
            <a:pPr marL="285750" indent="-285750">
              <a:buClr>
                <a:srgbClr val="F15A2B"/>
              </a:buClr>
              <a:buFont typeface="Roboto" panose="02000000000000000000" pitchFamily="2" charset="0"/>
              <a:buChar char="‣"/>
            </a:pPr>
            <a:r>
              <a:rPr lang="en-US" sz="1000" dirty="0">
                <a:solidFill>
                  <a:schemeClr val="bg1"/>
                </a:solidFill>
                <a:latin typeface="Roboto" panose="02000000000000000000" pitchFamily="2" charset="0"/>
                <a:ea typeface="Roboto" panose="02000000000000000000" pitchFamily="2" charset="0"/>
                <a:cs typeface="Roboto" panose="02000000000000000000" pitchFamily="2" charset="0"/>
              </a:rPr>
              <a:t>Material movement delays</a:t>
            </a:r>
          </a:p>
          <a:p>
            <a:pPr marL="285750" indent="-285750">
              <a:buClr>
                <a:srgbClr val="F15A2B"/>
              </a:buClr>
              <a:buFont typeface="Roboto" panose="02000000000000000000" pitchFamily="2" charset="0"/>
              <a:buChar char="‣"/>
            </a:pPr>
            <a:r>
              <a:rPr lang="en-US" sz="1000" dirty="0">
                <a:solidFill>
                  <a:schemeClr val="bg1"/>
                </a:solidFill>
                <a:latin typeface="Roboto" panose="02000000000000000000" pitchFamily="2" charset="0"/>
                <a:ea typeface="Roboto" panose="02000000000000000000" pitchFamily="2" charset="0"/>
                <a:cs typeface="Roboto" panose="02000000000000000000" pitchFamily="2" charset="0"/>
              </a:rPr>
              <a:t>Forklift and trolley availability issues</a:t>
            </a:r>
          </a:p>
          <a:p>
            <a:pPr marL="285750" indent="-285750">
              <a:buClr>
                <a:srgbClr val="F15A2B"/>
              </a:buClr>
              <a:buFont typeface="Roboto" panose="02000000000000000000" pitchFamily="2" charset="0"/>
              <a:buChar char="‣"/>
            </a:pPr>
            <a:r>
              <a:rPr lang="en-US" sz="1000" dirty="0">
                <a:solidFill>
                  <a:schemeClr val="bg1"/>
                </a:solidFill>
                <a:latin typeface="Roboto" panose="02000000000000000000" pitchFamily="2" charset="0"/>
                <a:ea typeface="Roboto" panose="02000000000000000000" pitchFamily="2" charset="0"/>
                <a:cs typeface="Roboto" panose="02000000000000000000" pitchFamily="2" charset="0"/>
              </a:rPr>
              <a:t>Gaps in downtime recording and visual management</a:t>
            </a:r>
          </a:p>
          <a:p>
            <a:endParaRPr lang="en-US" dirty="0">
              <a:solidFill>
                <a:schemeClr val="bg1"/>
              </a:solidFill>
            </a:endParaRPr>
          </a:p>
        </p:txBody>
      </p:sp>
      <p:sp>
        <p:nvSpPr>
          <p:cNvPr id="927" name="TextBox 926">
            <a:extLst>
              <a:ext uri="{FF2B5EF4-FFF2-40B4-BE49-F238E27FC236}">
                <a16:creationId xmlns:a16="http://schemas.microsoft.com/office/drawing/2014/main" id="{506EB457-CE14-4019-D343-54308B6F1689}"/>
              </a:ext>
            </a:extLst>
          </p:cNvPr>
          <p:cNvSpPr txBox="1"/>
          <p:nvPr/>
        </p:nvSpPr>
        <p:spPr>
          <a:xfrm>
            <a:off x="9279485" y="5135763"/>
            <a:ext cx="2775209" cy="1615827"/>
          </a:xfrm>
          <a:prstGeom prst="rect">
            <a:avLst/>
          </a:prstGeom>
          <a:noFill/>
        </p:spPr>
        <p:txBody>
          <a:bodyPr wrap="square">
            <a:spAutoFit/>
          </a:bodyPr>
          <a:lstStyle/>
          <a:p>
            <a:pPr marL="285750" indent="-285750">
              <a:buClr>
                <a:srgbClr val="F15A2B"/>
              </a:buClr>
              <a:buFont typeface="Roboto" panose="02000000000000000000" pitchFamily="2" charset="0"/>
              <a:buChar char="‣"/>
            </a:pPr>
            <a:r>
              <a:rPr lang="en-US" sz="1000" dirty="0">
                <a:solidFill>
                  <a:srgbClr val="222E33"/>
                </a:solidFill>
                <a:latin typeface="Roboto" panose="02000000000000000000" pitchFamily="2" charset="0"/>
                <a:ea typeface="Roboto" panose="02000000000000000000" pitchFamily="2" charset="0"/>
                <a:cs typeface="Roboto" panose="02000000000000000000" pitchFamily="2" charset="0"/>
              </a:rPr>
              <a:t>Small Press Shop (SPS) Layout</a:t>
            </a:r>
          </a:p>
          <a:p>
            <a:pPr marL="285750" indent="-285750">
              <a:buClr>
                <a:srgbClr val="F15A2B"/>
              </a:buClr>
              <a:buFont typeface="Roboto" panose="02000000000000000000" pitchFamily="2" charset="0"/>
              <a:buChar char="‣"/>
            </a:pPr>
            <a:r>
              <a:rPr lang="en-US" sz="1000" dirty="0">
                <a:solidFill>
                  <a:srgbClr val="222E33"/>
                </a:solidFill>
                <a:latin typeface="Roboto" panose="02000000000000000000" pitchFamily="2" charset="0"/>
                <a:ea typeface="Roboto" panose="02000000000000000000" pitchFamily="2" charset="0"/>
                <a:cs typeface="Roboto" panose="02000000000000000000" pitchFamily="2" charset="0"/>
              </a:rPr>
              <a:t>Small Press Shop line wise machine</a:t>
            </a:r>
            <a:endParaRPr lang="en-US" sz="1000" dirty="0">
              <a:latin typeface="Roboto" panose="02000000000000000000" pitchFamily="2" charset="0"/>
              <a:ea typeface="Roboto" panose="02000000000000000000" pitchFamily="2" charset="0"/>
              <a:cs typeface="Roboto" panose="02000000000000000000" pitchFamily="2" charset="0"/>
            </a:endParaRPr>
          </a:p>
          <a:p>
            <a:pPr marL="285750" indent="-285750">
              <a:buClr>
                <a:srgbClr val="F15A2B"/>
              </a:buClr>
              <a:buFont typeface="Roboto" panose="02000000000000000000" pitchFamily="2" charset="0"/>
              <a:buChar char="‣"/>
            </a:pPr>
            <a:r>
              <a:rPr lang="en-US" sz="1000" dirty="0">
                <a:solidFill>
                  <a:srgbClr val="222E33"/>
                </a:solidFill>
                <a:latin typeface="Roboto" panose="02000000000000000000" pitchFamily="2" charset="0"/>
                <a:ea typeface="Roboto" panose="02000000000000000000" pitchFamily="2" charset="0"/>
                <a:cs typeface="Roboto" panose="02000000000000000000" pitchFamily="2" charset="0"/>
              </a:rPr>
              <a:t>Forklift Movement during Die Changeover</a:t>
            </a:r>
            <a:endParaRPr lang="en-US" sz="1000" dirty="0">
              <a:latin typeface="Roboto" panose="02000000000000000000" pitchFamily="2" charset="0"/>
              <a:ea typeface="Roboto" panose="02000000000000000000" pitchFamily="2" charset="0"/>
              <a:cs typeface="Roboto" panose="02000000000000000000" pitchFamily="2" charset="0"/>
            </a:endParaRPr>
          </a:p>
          <a:p>
            <a:pPr marL="285750" indent="-285750">
              <a:buClr>
                <a:srgbClr val="F15A2B"/>
              </a:buClr>
              <a:buFont typeface="Roboto" panose="02000000000000000000" pitchFamily="2" charset="0"/>
              <a:buChar char="‣"/>
            </a:pPr>
            <a:r>
              <a:rPr lang="en-US" sz="1000" dirty="0">
                <a:solidFill>
                  <a:srgbClr val="222E33"/>
                </a:solidFill>
                <a:latin typeface="Roboto" panose="02000000000000000000" pitchFamily="2" charset="0"/>
                <a:ea typeface="Roboto" panose="02000000000000000000" pitchFamily="2" charset="0"/>
                <a:cs typeface="Roboto" panose="02000000000000000000" pitchFamily="2" charset="0"/>
              </a:rPr>
              <a:t>Two-Forklift Utilization</a:t>
            </a:r>
            <a:endParaRPr lang="en-US" sz="1000" dirty="0">
              <a:latin typeface="Roboto" panose="02000000000000000000" pitchFamily="2" charset="0"/>
              <a:ea typeface="Roboto" panose="02000000000000000000" pitchFamily="2" charset="0"/>
              <a:cs typeface="Roboto" panose="02000000000000000000" pitchFamily="2" charset="0"/>
            </a:endParaRPr>
          </a:p>
          <a:p>
            <a:pPr marL="285750" indent="-285750">
              <a:buClr>
                <a:srgbClr val="F15A2B"/>
              </a:buClr>
              <a:buFont typeface="Roboto" panose="02000000000000000000" pitchFamily="2" charset="0"/>
              <a:buChar char="‣"/>
            </a:pPr>
            <a:r>
              <a:rPr lang="en-US" sz="1000" dirty="0">
                <a:solidFill>
                  <a:srgbClr val="222E33"/>
                </a:solidFill>
                <a:latin typeface="Roboto" panose="02000000000000000000" pitchFamily="2" charset="0"/>
                <a:ea typeface="Roboto" panose="02000000000000000000" pitchFamily="2" charset="0"/>
                <a:cs typeface="Roboto" panose="02000000000000000000" pitchFamily="2" charset="0"/>
              </a:rPr>
              <a:t>Tandem Press Material Flow</a:t>
            </a:r>
            <a:endParaRPr lang="en-US" sz="1000" dirty="0">
              <a:latin typeface="Roboto" panose="02000000000000000000" pitchFamily="2" charset="0"/>
              <a:ea typeface="Roboto" panose="02000000000000000000" pitchFamily="2" charset="0"/>
              <a:cs typeface="Roboto" panose="02000000000000000000" pitchFamily="2" charset="0"/>
            </a:endParaRPr>
          </a:p>
          <a:p>
            <a:pPr marL="285750" indent="-285750">
              <a:buFont typeface="Roboto" panose="02000000000000000000" pitchFamily="2" charset="0"/>
              <a:buChar char="‣"/>
            </a:pPr>
            <a:endParaRPr lang="en-US" sz="1300" dirty="0">
              <a:solidFill>
                <a:srgbClr val="222E33"/>
              </a:solidFill>
              <a:latin typeface="Roboto" panose="02000000000000000000" pitchFamily="2" charset="0"/>
              <a:ea typeface="Roboto" panose="02000000000000000000" pitchFamily="2" charset="0"/>
              <a:cs typeface="Roboto" panose="02000000000000000000" pitchFamily="2" charset="0"/>
            </a:endParaRPr>
          </a:p>
          <a:p>
            <a:pPr marL="285750" indent="-285750">
              <a:buFont typeface="Roboto" panose="02000000000000000000" pitchFamily="2" charset="0"/>
              <a:buChar char="‣"/>
            </a:pPr>
            <a:endParaRPr lang="en-US" sz="1300" dirty="0">
              <a:latin typeface="Roboto" panose="02000000000000000000" pitchFamily="2" charset="0"/>
              <a:ea typeface="Roboto" panose="02000000000000000000" pitchFamily="2" charset="0"/>
              <a:cs typeface="Roboto" panose="02000000000000000000" pitchFamily="2" charset="0"/>
            </a:endParaRPr>
          </a:p>
          <a:p>
            <a:endParaRPr lang="en-US" sz="1300" dirty="0"/>
          </a:p>
        </p:txBody>
      </p:sp>
      <p:sp>
        <p:nvSpPr>
          <p:cNvPr id="930" name="Rectangle 929">
            <a:extLst>
              <a:ext uri="{FF2B5EF4-FFF2-40B4-BE49-F238E27FC236}">
                <a16:creationId xmlns:a16="http://schemas.microsoft.com/office/drawing/2014/main" id="{B93E6862-D8F1-8A8F-19DA-0646D12B78E9}"/>
              </a:ext>
            </a:extLst>
          </p:cNvPr>
          <p:cNvSpPr/>
          <p:nvPr/>
        </p:nvSpPr>
        <p:spPr>
          <a:xfrm>
            <a:off x="47714" y="754730"/>
            <a:ext cx="5856789" cy="194769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936" name="Picture 935">
            <a:extLst>
              <a:ext uri="{FF2B5EF4-FFF2-40B4-BE49-F238E27FC236}">
                <a16:creationId xmlns:a16="http://schemas.microsoft.com/office/drawing/2014/main" id="{CBAD28F3-AA1A-D86A-F3F2-4C8BAD9BE643}"/>
              </a:ext>
            </a:extLst>
          </p:cNvPr>
          <p:cNvPicPr>
            <a:picLocks noChangeAspect="1"/>
          </p:cNvPicPr>
          <p:nvPr/>
        </p:nvPicPr>
        <p:blipFill>
          <a:blip r:embed="rId14"/>
          <a:stretch>
            <a:fillRect/>
          </a:stretch>
        </p:blipFill>
        <p:spPr>
          <a:xfrm>
            <a:off x="340618" y="4992761"/>
            <a:ext cx="2306874" cy="1211462"/>
          </a:xfrm>
          <a:prstGeom prst="rect">
            <a:avLst/>
          </a:prstGeom>
          <a:ln>
            <a:solidFill>
              <a:srgbClr val="F3592E"/>
            </a:solidFill>
          </a:ln>
        </p:spPr>
      </p:pic>
      <p:sp>
        <p:nvSpPr>
          <p:cNvPr id="938" name="Text 1">
            <a:extLst>
              <a:ext uri="{FF2B5EF4-FFF2-40B4-BE49-F238E27FC236}">
                <a16:creationId xmlns:a16="http://schemas.microsoft.com/office/drawing/2014/main" id="{B349ACA2-45FF-ADCA-A722-2553211AFF01}"/>
              </a:ext>
            </a:extLst>
          </p:cNvPr>
          <p:cNvSpPr/>
          <p:nvPr/>
        </p:nvSpPr>
        <p:spPr>
          <a:xfrm>
            <a:off x="961550" y="4646437"/>
            <a:ext cx="4535809" cy="359617"/>
          </a:xfrm>
          <a:prstGeom prst="rect">
            <a:avLst/>
          </a:prstGeom>
          <a:noFill/>
          <a:ln/>
        </p:spPr>
        <p:txBody>
          <a:bodyPr wrap="square" lIns="0" tIns="0" rIns="0" bIns="0" rtlCol="0" anchor="ctr"/>
          <a:lstStyle/>
          <a:p>
            <a:pPr>
              <a:lnSpc>
                <a:spcPct val="104000"/>
              </a:lnSpc>
            </a:pPr>
            <a:r>
              <a:rPr lang="en-US" dirty="0">
                <a:solidFill>
                  <a:srgbClr val="1B1B27"/>
                </a:solidFill>
                <a:latin typeface="Raleway" pitchFamily="34" charset="0"/>
                <a:ea typeface="Raleway" pitchFamily="34" charset="-122"/>
                <a:cs typeface="Raleway" pitchFamily="34" charset="-120"/>
              </a:rPr>
              <a:t>Phase 3:</a:t>
            </a:r>
            <a:r>
              <a:rPr lang="en-US" u="sng" dirty="0">
                <a:solidFill>
                  <a:srgbClr val="F15A2B"/>
                </a:solidFill>
                <a:latin typeface="Raleway" pitchFamily="34" charset="0"/>
                <a:ea typeface="Raleway" pitchFamily="34" charset="-122"/>
                <a:cs typeface="Raleway" pitchFamily="34" charset="-120"/>
              </a:rPr>
              <a:t>Visualization &amp; Digital Simulation</a:t>
            </a:r>
            <a:endParaRPr lang="en-US" u="sng" dirty="0">
              <a:solidFill>
                <a:srgbClr val="F15A2B"/>
              </a:solidFill>
            </a:endParaRPr>
          </a:p>
        </p:txBody>
      </p:sp>
      <p:sp>
        <p:nvSpPr>
          <p:cNvPr id="940" name="TextBox 939">
            <a:extLst>
              <a:ext uri="{FF2B5EF4-FFF2-40B4-BE49-F238E27FC236}">
                <a16:creationId xmlns:a16="http://schemas.microsoft.com/office/drawing/2014/main" id="{919D40A1-BFA7-BA2D-B9AA-A69539837858}"/>
              </a:ext>
            </a:extLst>
          </p:cNvPr>
          <p:cNvSpPr txBox="1"/>
          <p:nvPr/>
        </p:nvSpPr>
        <p:spPr>
          <a:xfrm>
            <a:off x="2591481" y="5107303"/>
            <a:ext cx="3486293" cy="1446550"/>
          </a:xfrm>
          <a:prstGeom prst="rect">
            <a:avLst/>
          </a:prstGeom>
          <a:noFill/>
        </p:spPr>
        <p:txBody>
          <a:bodyPr wrap="square" rtlCol="0" anchor="t">
            <a:spAutoFit/>
          </a:bodyPr>
          <a:lstStyle/>
          <a:p>
            <a:pPr marL="285750" indent="-285750">
              <a:buClr>
                <a:srgbClr val="F15A2B"/>
              </a:buClr>
              <a:buFont typeface="Roboto" panose="02000000000000000000" pitchFamily="2" charset="0"/>
              <a:buChar char="‣"/>
            </a:pPr>
            <a:r>
              <a:rPr lang="en-US" sz="1000" dirty="0">
                <a:solidFill>
                  <a:schemeClr val="bg1"/>
                </a:solidFill>
                <a:latin typeface="Roboto" panose="02000000000000000000" pitchFamily="2" charset="0"/>
                <a:ea typeface="Roboto" panose="02000000000000000000" pitchFamily="2" charset="0"/>
                <a:cs typeface="Roboto" panose="02000000000000000000" pitchFamily="2" charset="0"/>
              </a:rPr>
              <a:t>Video analyzed to study the die changeover process</a:t>
            </a:r>
          </a:p>
          <a:p>
            <a:pPr marL="285750" indent="-285750">
              <a:buClr>
                <a:srgbClr val="F15A2B"/>
              </a:buClr>
              <a:buFont typeface="Roboto" panose="02000000000000000000" pitchFamily="2" charset="0"/>
              <a:buChar char="‣"/>
            </a:pPr>
            <a:r>
              <a:rPr lang="en-US" sz="1000" dirty="0">
                <a:solidFill>
                  <a:schemeClr val="bg1"/>
                </a:solidFill>
                <a:latin typeface="Roboto" panose="02000000000000000000" pitchFamily="2" charset="0"/>
                <a:ea typeface="Roboto" panose="02000000000000000000" pitchFamily="2" charset="0"/>
                <a:cs typeface="Roboto" panose="02000000000000000000" pitchFamily="2" charset="0"/>
              </a:rPr>
              <a:t>Identified time - consuming activities, waiting and unnecessary movement</a:t>
            </a:r>
          </a:p>
          <a:p>
            <a:pPr marL="285750" indent="-285750">
              <a:buClr>
                <a:srgbClr val="F15A2B"/>
              </a:buClr>
              <a:buFont typeface="Roboto" panose="02000000000000000000" pitchFamily="2" charset="0"/>
              <a:buChar char="‣"/>
            </a:pPr>
            <a:r>
              <a:rPr lang="en-US" sz="1000" dirty="0">
                <a:solidFill>
                  <a:schemeClr val="bg1"/>
                </a:solidFill>
                <a:latin typeface="Roboto" panose="02000000000000000000" pitchFamily="2" charset="0"/>
                <a:ea typeface="Roboto" panose="02000000000000000000" pitchFamily="2" charset="0"/>
                <a:cs typeface="Roboto" panose="02000000000000000000" pitchFamily="2" charset="0"/>
              </a:rPr>
              <a:t>Focused on reducing changeover time using SMED principles </a:t>
            </a:r>
          </a:p>
          <a:p>
            <a:pPr marL="285750" indent="-285750">
              <a:buClr>
                <a:srgbClr val="F15A2B"/>
              </a:buClr>
              <a:buFont typeface="Roboto" panose="02000000000000000000" pitchFamily="2" charset="0"/>
              <a:buChar char="‣"/>
            </a:pPr>
            <a:r>
              <a:rPr lang="en-US" sz="1000" dirty="0">
                <a:solidFill>
                  <a:schemeClr val="bg1"/>
                </a:solidFill>
                <a:latin typeface="Roboto" panose="02000000000000000000" pitchFamily="2" charset="0"/>
                <a:ea typeface="Roboto" panose="02000000000000000000" pitchFamily="2" charset="0"/>
                <a:cs typeface="Roboto" panose="02000000000000000000" pitchFamily="2" charset="0"/>
              </a:rPr>
              <a:t>Improvement opportunities were identified for a faster and standardized changeovers</a:t>
            </a:r>
          </a:p>
          <a:p>
            <a:endParaRPr lang="en-US" dirty="0">
              <a:solidFill>
                <a:schemeClr val="bg1"/>
              </a:solidFill>
            </a:endParaRPr>
          </a:p>
        </p:txBody>
      </p:sp>
      <p:sp>
        <p:nvSpPr>
          <p:cNvPr id="943" name="Isosceles Triangle 942">
            <a:extLst>
              <a:ext uri="{FF2B5EF4-FFF2-40B4-BE49-F238E27FC236}">
                <a16:creationId xmlns:a16="http://schemas.microsoft.com/office/drawing/2014/main" id="{844DE684-CF6E-08B5-4ED5-FA64F87F0572}"/>
              </a:ext>
            </a:extLst>
          </p:cNvPr>
          <p:cNvSpPr/>
          <p:nvPr/>
        </p:nvSpPr>
        <p:spPr>
          <a:xfrm rot="5400000">
            <a:off x="6008763" y="1586212"/>
            <a:ext cx="243338" cy="213842"/>
          </a:xfrm>
          <a:prstGeom prst="triangle">
            <a:avLst/>
          </a:prstGeom>
          <a:ln>
            <a:solidFill>
              <a:srgbClr val="F3592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45" name="Isosceles Triangle 944">
            <a:extLst>
              <a:ext uri="{FF2B5EF4-FFF2-40B4-BE49-F238E27FC236}">
                <a16:creationId xmlns:a16="http://schemas.microsoft.com/office/drawing/2014/main" id="{D5EBA7AD-B3FE-3AED-9B02-6F65485C8C06}"/>
              </a:ext>
            </a:extLst>
          </p:cNvPr>
          <p:cNvSpPr/>
          <p:nvPr/>
        </p:nvSpPr>
        <p:spPr>
          <a:xfrm rot="5400000">
            <a:off x="11691834" y="1586212"/>
            <a:ext cx="243338" cy="213842"/>
          </a:xfrm>
          <a:prstGeom prst="triangle">
            <a:avLst/>
          </a:prstGeom>
          <a:ln>
            <a:solidFill>
              <a:srgbClr val="F3592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47" name="Isosceles Triangle 946">
            <a:extLst>
              <a:ext uri="{FF2B5EF4-FFF2-40B4-BE49-F238E27FC236}">
                <a16:creationId xmlns:a16="http://schemas.microsoft.com/office/drawing/2014/main" id="{E244E648-7FD1-0784-A4D4-5D93E9EBEE4B}"/>
              </a:ext>
            </a:extLst>
          </p:cNvPr>
          <p:cNvSpPr/>
          <p:nvPr/>
        </p:nvSpPr>
        <p:spPr>
          <a:xfrm rot="5400000">
            <a:off x="5899488" y="4019699"/>
            <a:ext cx="243338" cy="213842"/>
          </a:xfrm>
          <a:prstGeom prst="triangle">
            <a:avLst/>
          </a:prstGeom>
          <a:ln>
            <a:solidFill>
              <a:srgbClr val="F3592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49" name="Isosceles Triangle 948">
            <a:extLst>
              <a:ext uri="{FF2B5EF4-FFF2-40B4-BE49-F238E27FC236}">
                <a16:creationId xmlns:a16="http://schemas.microsoft.com/office/drawing/2014/main" id="{79921557-B4FF-8E5F-0350-779EED5DB076}"/>
              </a:ext>
            </a:extLst>
          </p:cNvPr>
          <p:cNvSpPr/>
          <p:nvPr/>
        </p:nvSpPr>
        <p:spPr>
          <a:xfrm rot="5400000">
            <a:off x="83040" y="4019699"/>
            <a:ext cx="243338" cy="213842"/>
          </a:xfrm>
          <a:prstGeom prst="triangle">
            <a:avLst/>
          </a:prstGeom>
          <a:ln>
            <a:solidFill>
              <a:srgbClr val="F3592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51" name="Isosceles Triangle 950">
            <a:extLst>
              <a:ext uri="{FF2B5EF4-FFF2-40B4-BE49-F238E27FC236}">
                <a16:creationId xmlns:a16="http://schemas.microsoft.com/office/drawing/2014/main" id="{97432489-7239-DEC1-8FCA-5864ECFE7D23}"/>
              </a:ext>
            </a:extLst>
          </p:cNvPr>
          <p:cNvSpPr/>
          <p:nvPr/>
        </p:nvSpPr>
        <p:spPr>
          <a:xfrm rot="5400000">
            <a:off x="11755739" y="4019699"/>
            <a:ext cx="243338" cy="213842"/>
          </a:xfrm>
          <a:prstGeom prst="triangle">
            <a:avLst/>
          </a:prstGeom>
          <a:ln>
            <a:solidFill>
              <a:srgbClr val="F3592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53" name="Isosceles Triangle 952">
            <a:extLst>
              <a:ext uri="{FF2B5EF4-FFF2-40B4-BE49-F238E27FC236}">
                <a16:creationId xmlns:a16="http://schemas.microsoft.com/office/drawing/2014/main" id="{F2734E59-150C-B4A8-D58F-5A5D41963632}"/>
              </a:ext>
            </a:extLst>
          </p:cNvPr>
          <p:cNvSpPr/>
          <p:nvPr/>
        </p:nvSpPr>
        <p:spPr>
          <a:xfrm rot="5400000">
            <a:off x="48625" y="5710850"/>
            <a:ext cx="243338" cy="213842"/>
          </a:xfrm>
          <a:prstGeom prst="triangle">
            <a:avLst/>
          </a:prstGeom>
          <a:ln>
            <a:solidFill>
              <a:srgbClr val="F3592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55" name="Isosceles Triangle 954">
            <a:extLst>
              <a:ext uri="{FF2B5EF4-FFF2-40B4-BE49-F238E27FC236}">
                <a16:creationId xmlns:a16="http://schemas.microsoft.com/office/drawing/2014/main" id="{754C238C-9698-AAFA-4E7D-4C9CEBF60185}"/>
              </a:ext>
            </a:extLst>
          </p:cNvPr>
          <p:cNvSpPr/>
          <p:nvPr/>
        </p:nvSpPr>
        <p:spPr>
          <a:xfrm rot="5400000">
            <a:off x="5884087" y="5710850"/>
            <a:ext cx="243338" cy="213842"/>
          </a:xfrm>
          <a:prstGeom prst="triangle">
            <a:avLst/>
          </a:prstGeom>
          <a:ln>
            <a:solidFill>
              <a:srgbClr val="F3592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57" name="Isosceles Triangle 956">
            <a:extLst>
              <a:ext uri="{FF2B5EF4-FFF2-40B4-BE49-F238E27FC236}">
                <a16:creationId xmlns:a16="http://schemas.microsoft.com/office/drawing/2014/main" id="{4B7F2845-4706-B01F-86F8-D558CD1F0081}"/>
              </a:ext>
            </a:extLst>
          </p:cNvPr>
          <p:cNvSpPr/>
          <p:nvPr/>
        </p:nvSpPr>
        <p:spPr>
          <a:xfrm rot="5400000">
            <a:off x="11788377" y="5710850"/>
            <a:ext cx="243338" cy="213842"/>
          </a:xfrm>
          <a:prstGeom prst="triangle">
            <a:avLst/>
          </a:prstGeom>
          <a:ln>
            <a:solidFill>
              <a:srgbClr val="F3592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6251828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0ED0C1-C5F0-13A2-9DAA-59381FD7A69C}"/>
            </a:ext>
          </a:extLst>
        </p:cNvPr>
        <p:cNvGrpSpPr/>
        <p:nvPr/>
      </p:nvGrpSpPr>
      <p:grpSpPr>
        <a:xfrm>
          <a:off x="0" y="0"/>
          <a:ext cx="0" cy="0"/>
          <a:chOff x="0" y="0"/>
          <a:chExt cx="0" cy="0"/>
        </a:xfrm>
      </p:grpSpPr>
      <p:sp>
        <p:nvSpPr>
          <p:cNvPr id="56" name="Rectangle 55">
            <a:extLst>
              <a:ext uri="{FF2B5EF4-FFF2-40B4-BE49-F238E27FC236}">
                <a16:creationId xmlns:a16="http://schemas.microsoft.com/office/drawing/2014/main" id="{12DE88E4-BE4E-C220-82A5-896179E99C11}"/>
              </a:ext>
            </a:extLst>
          </p:cNvPr>
          <p:cNvSpPr/>
          <p:nvPr/>
        </p:nvSpPr>
        <p:spPr>
          <a:xfrm>
            <a:off x="11346426" y="6533103"/>
            <a:ext cx="265471" cy="251383"/>
          </a:xfrm>
          <a:prstGeom prst="rect">
            <a:avLst/>
          </a:prstGeom>
          <a:solidFill>
            <a:srgbClr val="D840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Times New Roman" panose="02020603050405020304" pitchFamily="18" charset="0"/>
              <a:cs typeface="Times New Roman" panose="02020603050405020304" pitchFamily="18" charset="0"/>
            </a:endParaRPr>
          </a:p>
        </p:txBody>
      </p:sp>
      <p:sp>
        <p:nvSpPr>
          <p:cNvPr id="935" name="Slide Number Placeholder 5">
            <a:extLst>
              <a:ext uri="{FF2B5EF4-FFF2-40B4-BE49-F238E27FC236}">
                <a16:creationId xmlns:a16="http://schemas.microsoft.com/office/drawing/2014/main" id="{6F5C4306-4E28-B1F1-F189-162A403F8191}"/>
              </a:ext>
            </a:extLst>
          </p:cNvPr>
          <p:cNvSpPr txBox="1">
            <a:spLocks/>
          </p:cNvSpPr>
          <p:nvPr/>
        </p:nvSpPr>
        <p:spPr>
          <a:xfrm>
            <a:off x="11264900" y="6523271"/>
            <a:ext cx="431800" cy="251383"/>
          </a:xfrm>
          <a:prstGeom prst="rect">
            <a:avLst/>
          </a:prstGeom>
        </p:spPr>
        <p:txBody>
          <a:bodyPr/>
          <a:lstStyle>
            <a:defPPr>
              <a:defRPr lang="en-US"/>
            </a:defPPr>
            <a:lvl1pPr marL="0" algn="ctr" defTabSz="914400" rtl="0" eaLnBrk="1" latinLnBrk="0" hangingPunct="1">
              <a:defRPr sz="1200" kern="1200">
                <a:solidFill>
                  <a:schemeClr val="bg1"/>
                </a:solidFill>
                <a:latin typeface="Inter SemiBold" panose="02000503000000020004" pitchFamily="2" charset="0"/>
                <a:ea typeface="Inter SemiBold" panose="02000503000000020004" pitchFamily="2" charset="0"/>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718DE92-95F6-42AE-AC51-BE8D9B4D4C75}" type="slidenum">
              <a:rPr lang="en-US" smtClean="0">
                <a:latin typeface="Arial" panose="020B0604020202020204" pitchFamily="34" charset="0"/>
                <a:cs typeface="Arial" panose="020B0604020202020204" pitchFamily="34" charset="0"/>
              </a:rPr>
              <a:pPr/>
              <a:t>5</a:t>
            </a:fld>
            <a:endParaRPr lang="en-US" dirty="0">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FDF1DAC3-036C-38C0-C1E8-8DD6179B224B}"/>
              </a:ext>
            </a:extLst>
          </p:cNvPr>
          <p:cNvSpPr txBox="1"/>
          <p:nvPr/>
        </p:nvSpPr>
        <p:spPr>
          <a:xfrm>
            <a:off x="2306089" y="6236007"/>
            <a:ext cx="7526169" cy="261610"/>
          </a:xfrm>
          <a:prstGeom prst="rect">
            <a:avLst/>
          </a:prstGeom>
          <a:noFill/>
        </p:spPr>
        <p:txBody>
          <a:bodyPr wrap="square" rtlCol="0">
            <a:spAutoFit/>
          </a:bodyPr>
          <a:lstStyle/>
          <a:p>
            <a:pPr algn="ctr"/>
            <a:r>
              <a:rPr lang="en-US" sz="1100" b="1" dirty="0">
                <a:solidFill>
                  <a:schemeClr val="bg1"/>
                </a:solidFill>
              </a:rPr>
              <a:t>Innovation &amp; Excellence   I   Customer Delight   I   Ownership   I    Respect, Fairness &amp; Transparency </a:t>
            </a:r>
            <a:endParaRPr lang="en-IN" sz="1100" b="1" dirty="0">
              <a:solidFill>
                <a:schemeClr val="bg1"/>
              </a:solidFill>
            </a:endParaRPr>
          </a:p>
        </p:txBody>
      </p:sp>
      <p:sp>
        <p:nvSpPr>
          <p:cNvPr id="5" name="Text 1">
            <a:extLst>
              <a:ext uri="{FF2B5EF4-FFF2-40B4-BE49-F238E27FC236}">
                <a16:creationId xmlns:a16="http://schemas.microsoft.com/office/drawing/2014/main" id="{491986E7-68E3-DB58-525C-4F32B3F22808}"/>
              </a:ext>
            </a:extLst>
          </p:cNvPr>
          <p:cNvSpPr/>
          <p:nvPr/>
        </p:nvSpPr>
        <p:spPr>
          <a:xfrm>
            <a:off x="2051044" y="744522"/>
            <a:ext cx="8268317" cy="409574"/>
          </a:xfrm>
          <a:prstGeom prst="rect">
            <a:avLst/>
          </a:prstGeom>
          <a:noFill/>
          <a:ln/>
        </p:spPr>
        <p:txBody>
          <a:bodyPr wrap="square" lIns="0" tIns="0" rIns="0" bIns="0" rtlCol="0" anchor="ctr"/>
          <a:lstStyle/>
          <a:p>
            <a:pPr>
              <a:lnSpc>
                <a:spcPct val="104000"/>
              </a:lnSpc>
            </a:pPr>
            <a:r>
              <a:rPr lang="en-US" dirty="0">
                <a:solidFill>
                  <a:srgbClr val="1B1B27"/>
                </a:solidFill>
                <a:latin typeface="Raleway" pitchFamily="34" charset="0"/>
                <a:ea typeface="Raleway" pitchFamily="34" charset="-122"/>
                <a:cs typeface="Raleway" pitchFamily="34" charset="-120"/>
              </a:rPr>
              <a:t>Phase 5:</a:t>
            </a:r>
            <a:r>
              <a:rPr lang="en-US" u="sng" dirty="0">
                <a:solidFill>
                  <a:srgbClr val="F15A2B"/>
                </a:solidFill>
                <a:latin typeface="Raleway" pitchFamily="34" charset="0"/>
                <a:ea typeface="Raleway" pitchFamily="34" charset="-122"/>
                <a:cs typeface="Raleway" pitchFamily="34" charset="-120"/>
              </a:rPr>
              <a:t>Bottleneck identification of M/C &amp;Rework and Rejection analysis</a:t>
            </a:r>
            <a:endParaRPr lang="en-US" u="sng" dirty="0">
              <a:solidFill>
                <a:srgbClr val="F15A2B"/>
              </a:solidFill>
            </a:endParaRPr>
          </a:p>
        </p:txBody>
      </p:sp>
      <p:pic>
        <p:nvPicPr>
          <p:cNvPr id="8" name="Picture 7">
            <a:extLst>
              <a:ext uri="{FF2B5EF4-FFF2-40B4-BE49-F238E27FC236}">
                <a16:creationId xmlns:a16="http://schemas.microsoft.com/office/drawing/2014/main" id="{90F6D01D-5896-CBF9-E061-F9F8EE5A4955}"/>
              </a:ext>
            </a:extLst>
          </p:cNvPr>
          <p:cNvPicPr>
            <a:picLocks noChangeAspect="1"/>
          </p:cNvPicPr>
          <p:nvPr/>
        </p:nvPicPr>
        <p:blipFill>
          <a:blip r:embed="rId3"/>
          <a:stretch>
            <a:fillRect/>
          </a:stretch>
        </p:blipFill>
        <p:spPr>
          <a:xfrm>
            <a:off x="126520" y="1193424"/>
            <a:ext cx="2410206" cy="1650027"/>
          </a:xfrm>
          <a:prstGeom prst="rect">
            <a:avLst/>
          </a:prstGeom>
          <a:ln>
            <a:solidFill>
              <a:srgbClr val="F15A2B"/>
            </a:solidFill>
          </a:ln>
        </p:spPr>
      </p:pic>
      <p:pic>
        <p:nvPicPr>
          <p:cNvPr id="11" name="Picture 10">
            <a:extLst>
              <a:ext uri="{FF2B5EF4-FFF2-40B4-BE49-F238E27FC236}">
                <a16:creationId xmlns:a16="http://schemas.microsoft.com/office/drawing/2014/main" id="{2C2F9847-0BF0-DDD6-E481-B48D4DCED7B8}"/>
              </a:ext>
            </a:extLst>
          </p:cNvPr>
          <p:cNvPicPr>
            <a:picLocks noChangeAspect="1"/>
          </p:cNvPicPr>
          <p:nvPr/>
        </p:nvPicPr>
        <p:blipFill>
          <a:blip r:embed="rId4"/>
          <a:stretch>
            <a:fillRect/>
          </a:stretch>
        </p:blipFill>
        <p:spPr>
          <a:xfrm>
            <a:off x="2679639" y="1222919"/>
            <a:ext cx="2602767" cy="1610699"/>
          </a:xfrm>
          <a:prstGeom prst="rect">
            <a:avLst/>
          </a:prstGeom>
          <a:ln>
            <a:solidFill>
              <a:srgbClr val="F15A2B"/>
            </a:solidFill>
          </a:ln>
        </p:spPr>
      </p:pic>
      <p:sp>
        <p:nvSpPr>
          <p:cNvPr id="13" name="TextBox 12">
            <a:extLst>
              <a:ext uri="{FF2B5EF4-FFF2-40B4-BE49-F238E27FC236}">
                <a16:creationId xmlns:a16="http://schemas.microsoft.com/office/drawing/2014/main" id="{06AF40EB-8F23-BF75-D978-C7F930C2CC7A}"/>
              </a:ext>
            </a:extLst>
          </p:cNvPr>
          <p:cNvSpPr txBox="1"/>
          <p:nvPr/>
        </p:nvSpPr>
        <p:spPr>
          <a:xfrm>
            <a:off x="5420055" y="1204965"/>
            <a:ext cx="6248400" cy="1646605"/>
          </a:xfrm>
          <a:prstGeom prst="rect">
            <a:avLst/>
          </a:prstGeom>
          <a:noFill/>
          <a:ln>
            <a:noFill/>
          </a:ln>
        </p:spPr>
        <p:txBody>
          <a:bodyPr wrap="square">
            <a:spAutoFit/>
          </a:bodyPr>
          <a:lstStyle/>
          <a:p>
            <a:pPr marL="285750" indent="-285750">
              <a:buClr>
                <a:srgbClr val="F3592E"/>
              </a:buClr>
              <a:buFont typeface="Roboto" panose="02000000000000000000" pitchFamily="2" charset="0"/>
              <a:buChar char="‣"/>
            </a:pPr>
            <a:r>
              <a:rPr lang="en-IN" sz="1100" dirty="0">
                <a:solidFill>
                  <a:schemeClr val="bg1"/>
                </a:solidFill>
                <a:latin typeface="Roboto" panose="02000000000000000000" pitchFamily="2" charset="0"/>
                <a:ea typeface="Roboto" panose="02000000000000000000" pitchFamily="2" charset="0"/>
                <a:cs typeface="Roboto" panose="02000000000000000000" pitchFamily="2" charset="0"/>
              </a:rPr>
              <a:t>Conducted OEE recalculation considering First Time Right (FTR).</a:t>
            </a:r>
          </a:p>
          <a:p>
            <a:pPr marL="285750" indent="-285750">
              <a:buClr>
                <a:srgbClr val="F3592E"/>
              </a:buClr>
              <a:buFont typeface="Roboto" panose="02000000000000000000" pitchFamily="2" charset="0"/>
              <a:buChar char="‣"/>
            </a:pPr>
            <a:r>
              <a:rPr lang="en-IN" sz="1100" dirty="0">
                <a:solidFill>
                  <a:schemeClr val="bg1"/>
                </a:solidFill>
                <a:latin typeface="Roboto" panose="02000000000000000000" pitchFamily="2" charset="0"/>
                <a:ea typeface="Roboto" panose="02000000000000000000" pitchFamily="2" charset="0"/>
                <a:cs typeface="Roboto" panose="02000000000000000000" pitchFamily="2" charset="0"/>
              </a:rPr>
              <a:t>Analysed daily rework trend, model‑wise distribution, and shift‑wise contribution.</a:t>
            </a:r>
          </a:p>
          <a:p>
            <a:pPr marL="285750" indent="-285750">
              <a:buClr>
                <a:srgbClr val="F3592E"/>
              </a:buClr>
              <a:buFont typeface="Roboto" panose="02000000000000000000" pitchFamily="2" charset="0"/>
              <a:buChar char="‣"/>
            </a:pPr>
            <a:endParaRPr lang="en-US" sz="1100" dirty="0">
              <a:solidFill>
                <a:schemeClr val="bg1"/>
              </a:solidFill>
              <a:latin typeface="Roboto" panose="02000000000000000000" pitchFamily="2" charset="0"/>
              <a:ea typeface="Roboto" panose="02000000000000000000" pitchFamily="2" charset="0"/>
              <a:cs typeface="Roboto" panose="02000000000000000000" pitchFamily="2" charset="0"/>
            </a:endParaRPr>
          </a:p>
          <a:p>
            <a:r>
              <a:rPr lang="en-IN" sz="1100" b="1" u="sng" dirty="0">
                <a:solidFill>
                  <a:schemeClr val="bg1"/>
                </a:solidFill>
                <a:latin typeface="Roboto" panose="02000000000000000000" pitchFamily="2" charset="0"/>
                <a:ea typeface="Roboto" panose="02000000000000000000" pitchFamily="2" charset="0"/>
                <a:cs typeface="Roboto" panose="02000000000000000000" pitchFamily="2" charset="0"/>
              </a:rPr>
              <a:t>Key Findings</a:t>
            </a:r>
            <a:endParaRPr lang="en-IN" sz="1100" u="sng" dirty="0">
              <a:solidFill>
                <a:schemeClr val="bg1"/>
              </a:solidFill>
              <a:latin typeface="Roboto" panose="02000000000000000000" pitchFamily="2" charset="0"/>
              <a:ea typeface="Roboto" panose="02000000000000000000" pitchFamily="2" charset="0"/>
              <a:cs typeface="Roboto" panose="02000000000000000000" pitchFamily="2" charset="0"/>
            </a:endParaRPr>
          </a:p>
          <a:p>
            <a:pPr marL="285750" lvl="0" indent="-285750">
              <a:buClr>
                <a:srgbClr val="F3592E"/>
              </a:buClr>
              <a:buFont typeface="Roboto" panose="02000000000000000000" pitchFamily="2" charset="0"/>
              <a:buChar char="‣"/>
            </a:pPr>
            <a:r>
              <a:rPr lang="en-IN" sz="1100" dirty="0">
                <a:solidFill>
                  <a:schemeClr val="bg1"/>
                </a:solidFill>
                <a:latin typeface="Roboto" panose="02000000000000000000" pitchFamily="2" charset="0"/>
                <a:ea typeface="Roboto" panose="02000000000000000000" pitchFamily="2" charset="0"/>
                <a:cs typeface="Roboto" panose="02000000000000000000" pitchFamily="2" charset="0"/>
              </a:rPr>
              <a:t>Adjusted OEE: 68% vs. MIS 80% → true performance gap.</a:t>
            </a:r>
          </a:p>
          <a:p>
            <a:pPr marL="285750" lvl="0" indent="-285750">
              <a:buClr>
                <a:srgbClr val="F3592E"/>
              </a:buClr>
              <a:buFont typeface="Roboto" panose="02000000000000000000" pitchFamily="2" charset="0"/>
              <a:buChar char="‣"/>
            </a:pPr>
            <a:r>
              <a:rPr lang="en-IN" sz="1100" dirty="0">
                <a:solidFill>
                  <a:schemeClr val="bg1"/>
                </a:solidFill>
                <a:latin typeface="Roboto" panose="02000000000000000000" pitchFamily="2" charset="0"/>
                <a:ea typeface="Roboto" panose="02000000000000000000" pitchFamily="2" charset="0"/>
                <a:cs typeface="Roboto" panose="02000000000000000000" pitchFamily="2" charset="0"/>
              </a:rPr>
              <a:t>Rework rising daily; peak ~40K units.</a:t>
            </a:r>
          </a:p>
          <a:p>
            <a:pPr marL="285750" lvl="0" indent="-285750">
              <a:buClr>
                <a:srgbClr val="F3592E"/>
              </a:buClr>
              <a:buFont typeface="Roboto" panose="02000000000000000000" pitchFamily="2" charset="0"/>
              <a:buChar char="‣"/>
            </a:pPr>
            <a:r>
              <a:rPr lang="en-IN" sz="1100" dirty="0">
                <a:solidFill>
                  <a:schemeClr val="bg1"/>
                </a:solidFill>
                <a:latin typeface="Roboto" panose="02000000000000000000" pitchFamily="2" charset="0"/>
                <a:ea typeface="Roboto" panose="02000000000000000000" pitchFamily="2" charset="0"/>
                <a:cs typeface="Roboto" panose="02000000000000000000" pitchFamily="2" charset="0"/>
              </a:rPr>
              <a:t>Top 5 models (YED, YHB, YR9, O2, YWB) = ~70% of rework.</a:t>
            </a:r>
          </a:p>
          <a:p>
            <a:pPr marL="285750" lvl="0" indent="-285750">
              <a:buClr>
                <a:srgbClr val="F3592E"/>
              </a:buClr>
              <a:buFont typeface="Roboto" panose="02000000000000000000" pitchFamily="2" charset="0"/>
              <a:buChar char="‣"/>
            </a:pPr>
            <a:r>
              <a:rPr lang="en-IN" sz="1100" dirty="0">
                <a:solidFill>
                  <a:schemeClr val="bg1"/>
                </a:solidFill>
                <a:latin typeface="Roboto" panose="02000000000000000000" pitchFamily="2" charset="0"/>
                <a:ea typeface="Roboto" panose="02000000000000000000" pitchFamily="2" charset="0"/>
                <a:cs typeface="Roboto" panose="02000000000000000000" pitchFamily="2" charset="0"/>
              </a:rPr>
              <a:t>Balanced shift contribution → systemic issue, not shift‑specific.</a:t>
            </a:r>
          </a:p>
          <a:p>
            <a:endParaRPr lang="en-US" sz="1300" dirty="0">
              <a:latin typeface="Roboto" panose="02000000000000000000" pitchFamily="2" charset="0"/>
              <a:ea typeface="Roboto" panose="02000000000000000000" pitchFamily="2" charset="0"/>
              <a:cs typeface="Roboto" panose="02000000000000000000" pitchFamily="2" charset="0"/>
            </a:endParaRPr>
          </a:p>
        </p:txBody>
      </p:sp>
      <p:cxnSp>
        <p:nvCxnSpPr>
          <p:cNvPr id="16" name="Straight Connector 15">
            <a:extLst>
              <a:ext uri="{FF2B5EF4-FFF2-40B4-BE49-F238E27FC236}">
                <a16:creationId xmlns:a16="http://schemas.microsoft.com/office/drawing/2014/main" id="{79E6A179-4C70-9D0B-1E12-90E1AEF6966A}"/>
              </a:ext>
            </a:extLst>
          </p:cNvPr>
          <p:cNvCxnSpPr>
            <a:cxnSpLocks/>
          </p:cNvCxnSpPr>
          <p:nvPr/>
        </p:nvCxnSpPr>
        <p:spPr>
          <a:xfrm>
            <a:off x="58992" y="2998839"/>
            <a:ext cx="12064181" cy="0"/>
          </a:xfrm>
          <a:prstGeom prst="line">
            <a:avLst/>
          </a:prstGeom>
          <a:ln>
            <a:solidFill>
              <a:srgbClr val="F3592E"/>
            </a:solidFill>
            <a:prstDash val="sysDash"/>
          </a:ln>
        </p:spPr>
        <p:style>
          <a:lnRef idx="2">
            <a:schemeClr val="accent1"/>
          </a:lnRef>
          <a:fillRef idx="0">
            <a:schemeClr val="accent1"/>
          </a:fillRef>
          <a:effectRef idx="1">
            <a:schemeClr val="accent1"/>
          </a:effectRef>
          <a:fontRef idx="minor">
            <a:schemeClr val="tx1"/>
          </a:fontRef>
        </p:style>
      </p:cxnSp>
      <p:sp>
        <p:nvSpPr>
          <p:cNvPr id="19" name="Title 1">
            <a:extLst>
              <a:ext uri="{FF2B5EF4-FFF2-40B4-BE49-F238E27FC236}">
                <a16:creationId xmlns:a16="http://schemas.microsoft.com/office/drawing/2014/main" id="{F1F370BF-5A42-2D6D-9649-CFF02685E694}"/>
              </a:ext>
            </a:extLst>
          </p:cNvPr>
          <p:cNvSpPr txBox="1">
            <a:spLocks/>
          </p:cNvSpPr>
          <p:nvPr/>
        </p:nvSpPr>
        <p:spPr bwMode="auto">
          <a:xfrm>
            <a:off x="285595" y="370215"/>
            <a:ext cx="11630638" cy="25138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r" rtl="0" eaLnBrk="1" fontAlgn="base" hangingPunct="1">
              <a:spcBef>
                <a:spcPct val="0"/>
              </a:spcBef>
              <a:spcAft>
                <a:spcPct val="0"/>
              </a:spcAft>
              <a:defRPr sz="2400" b="1">
                <a:solidFill>
                  <a:schemeClr val="tx1"/>
                </a:solidFill>
                <a:latin typeface="+mj-lt"/>
                <a:ea typeface="+mj-ea"/>
                <a:cs typeface="+mj-cs"/>
              </a:defRPr>
            </a:lvl1pPr>
            <a:lvl2pPr algn="r" rtl="0" eaLnBrk="1" fontAlgn="base" hangingPunct="1">
              <a:spcBef>
                <a:spcPct val="0"/>
              </a:spcBef>
              <a:spcAft>
                <a:spcPct val="0"/>
              </a:spcAft>
              <a:defRPr sz="2400" b="1">
                <a:solidFill>
                  <a:schemeClr val="tx1"/>
                </a:solidFill>
                <a:latin typeface="Arial" charset="0"/>
              </a:defRPr>
            </a:lvl2pPr>
            <a:lvl3pPr algn="r" rtl="0" eaLnBrk="1" fontAlgn="base" hangingPunct="1">
              <a:spcBef>
                <a:spcPct val="0"/>
              </a:spcBef>
              <a:spcAft>
                <a:spcPct val="0"/>
              </a:spcAft>
              <a:defRPr sz="2400" b="1">
                <a:solidFill>
                  <a:schemeClr val="tx1"/>
                </a:solidFill>
                <a:latin typeface="Arial" charset="0"/>
              </a:defRPr>
            </a:lvl3pPr>
            <a:lvl4pPr algn="r" rtl="0" eaLnBrk="1" fontAlgn="base" hangingPunct="1">
              <a:spcBef>
                <a:spcPct val="0"/>
              </a:spcBef>
              <a:spcAft>
                <a:spcPct val="0"/>
              </a:spcAft>
              <a:defRPr sz="2400" b="1">
                <a:solidFill>
                  <a:schemeClr val="tx1"/>
                </a:solidFill>
                <a:latin typeface="Arial" charset="0"/>
              </a:defRPr>
            </a:lvl4pPr>
            <a:lvl5pPr algn="r" rtl="0" eaLnBrk="1" fontAlgn="base" hangingPunct="1">
              <a:spcBef>
                <a:spcPct val="0"/>
              </a:spcBef>
              <a:spcAft>
                <a:spcPct val="0"/>
              </a:spcAft>
              <a:defRPr sz="2400" b="1">
                <a:solidFill>
                  <a:schemeClr val="tx1"/>
                </a:solidFill>
                <a:latin typeface="Arial" charset="0"/>
              </a:defRPr>
            </a:lvl5pPr>
            <a:lvl6pPr marL="457189" algn="r" rtl="0" eaLnBrk="1" fontAlgn="base" hangingPunct="1">
              <a:spcBef>
                <a:spcPct val="0"/>
              </a:spcBef>
              <a:spcAft>
                <a:spcPct val="0"/>
              </a:spcAft>
              <a:defRPr sz="2400" b="1">
                <a:solidFill>
                  <a:schemeClr val="tx1"/>
                </a:solidFill>
                <a:latin typeface="Arial" charset="0"/>
              </a:defRPr>
            </a:lvl6pPr>
            <a:lvl7pPr marL="914377" algn="r" rtl="0" eaLnBrk="1" fontAlgn="base" hangingPunct="1">
              <a:spcBef>
                <a:spcPct val="0"/>
              </a:spcBef>
              <a:spcAft>
                <a:spcPct val="0"/>
              </a:spcAft>
              <a:defRPr sz="2400" b="1">
                <a:solidFill>
                  <a:schemeClr val="tx1"/>
                </a:solidFill>
                <a:latin typeface="Arial" charset="0"/>
              </a:defRPr>
            </a:lvl7pPr>
            <a:lvl8pPr marL="1371566" algn="r" rtl="0" eaLnBrk="1" fontAlgn="base" hangingPunct="1">
              <a:spcBef>
                <a:spcPct val="0"/>
              </a:spcBef>
              <a:spcAft>
                <a:spcPct val="0"/>
              </a:spcAft>
              <a:defRPr sz="2400" b="1">
                <a:solidFill>
                  <a:schemeClr val="tx1"/>
                </a:solidFill>
                <a:latin typeface="Arial" charset="0"/>
              </a:defRPr>
            </a:lvl8pPr>
            <a:lvl9pPr marL="1828754" algn="r" rtl="0" eaLnBrk="1" fontAlgn="base" hangingPunct="1">
              <a:spcBef>
                <a:spcPct val="0"/>
              </a:spcBef>
              <a:spcAft>
                <a:spcPct val="0"/>
              </a:spcAft>
              <a:defRPr sz="2400" b="1">
                <a:solidFill>
                  <a:schemeClr val="tx1"/>
                </a:solidFill>
                <a:latin typeface="Arial" charset="0"/>
              </a:defRPr>
            </a:lvl9pPr>
          </a:lstStyle>
          <a:p>
            <a:pPr algn="l"/>
            <a:r>
              <a:rPr lang="en-US" kern="0" dirty="0">
                <a:solidFill>
                  <a:schemeClr val="bg1"/>
                </a:solidFill>
                <a:latin typeface="Times New Roman" panose="02020603050405020304" pitchFamily="18" charset="0"/>
                <a:cs typeface="Times New Roman" panose="02020603050405020304" pitchFamily="18" charset="0"/>
              </a:rPr>
              <a:t>Overall Internship Exposure (</a:t>
            </a:r>
            <a:r>
              <a:rPr lang="en-US" kern="0" dirty="0">
                <a:solidFill>
                  <a:srgbClr val="F3592E"/>
                </a:solidFill>
                <a:latin typeface="Times New Roman" panose="02020603050405020304" pitchFamily="18" charset="0"/>
                <a:cs typeface="Times New Roman" panose="02020603050405020304" pitchFamily="18" charset="0"/>
              </a:rPr>
              <a:t>SKH </a:t>
            </a:r>
            <a:r>
              <a:rPr lang="en-US" kern="0" dirty="0" err="1">
                <a:solidFill>
                  <a:srgbClr val="F3592E"/>
                </a:solidFill>
                <a:latin typeface="Times New Roman" panose="02020603050405020304" pitchFamily="18" charset="0"/>
                <a:cs typeface="Times New Roman" panose="02020603050405020304" pitchFamily="18" charset="0"/>
              </a:rPr>
              <a:t>Binola</a:t>
            </a:r>
            <a:r>
              <a:rPr lang="en-US" kern="0" dirty="0">
                <a:solidFill>
                  <a:schemeClr val="bg1"/>
                </a:solidFill>
                <a:latin typeface="Times New Roman" panose="02020603050405020304" pitchFamily="18" charset="0"/>
                <a:cs typeface="Times New Roman" panose="02020603050405020304" pitchFamily="18" charset="0"/>
              </a:rPr>
              <a:t>) | Key Assignments &amp; Deliverables</a:t>
            </a:r>
          </a:p>
        </p:txBody>
      </p:sp>
      <p:sp>
        <p:nvSpPr>
          <p:cNvPr id="21" name="Title 1">
            <a:extLst>
              <a:ext uri="{FF2B5EF4-FFF2-40B4-BE49-F238E27FC236}">
                <a16:creationId xmlns:a16="http://schemas.microsoft.com/office/drawing/2014/main" id="{6292224A-E52C-E8A7-413D-68A7D83FDAC5}"/>
              </a:ext>
            </a:extLst>
          </p:cNvPr>
          <p:cNvSpPr txBox="1">
            <a:spLocks/>
          </p:cNvSpPr>
          <p:nvPr/>
        </p:nvSpPr>
        <p:spPr bwMode="auto">
          <a:xfrm>
            <a:off x="285595" y="3076861"/>
            <a:ext cx="11630638" cy="26161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r" rtl="0" eaLnBrk="1" fontAlgn="base" hangingPunct="1">
              <a:spcBef>
                <a:spcPct val="0"/>
              </a:spcBef>
              <a:spcAft>
                <a:spcPct val="0"/>
              </a:spcAft>
              <a:defRPr sz="2400" b="1">
                <a:solidFill>
                  <a:schemeClr val="tx1"/>
                </a:solidFill>
                <a:latin typeface="+mj-lt"/>
                <a:ea typeface="+mj-ea"/>
                <a:cs typeface="+mj-cs"/>
              </a:defRPr>
            </a:lvl1pPr>
            <a:lvl2pPr algn="r" rtl="0" eaLnBrk="1" fontAlgn="base" hangingPunct="1">
              <a:spcBef>
                <a:spcPct val="0"/>
              </a:spcBef>
              <a:spcAft>
                <a:spcPct val="0"/>
              </a:spcAft>
              <a:defRPr sz="2400" b="1">
                <a:solidFill>
                  <a:schemeClr val="tx1"/>
                </a:solidFill>
                <a:latin typeface="Arial" charset="0"/>
              </a:defRPr>
            </a:lvl2pPr>
            <a:lvl3pPr algn="r" rtl="0" eaLnBrk="1" fontAlgn="base" hangingPunct="1">
              <a:spcBef>
                <a:spcPct val="0"/>
              </a:spcBef>
              <a:spcAft>
                <a:spcPct val="0"/>
              </a:spcAft>
              <a:defRPr sz="2400" b="1">
                <a:solidFill>
                  <a:schemeClr val="tx1"/>
                </a:solidFill>
                <a:latin typeface="Arial" charset="0"/>
              </a:defRPr>
            </a:lvl3pPr>
            <a:lvl4pPr algn="r" rtl="0" eaLnBrk="1" fontAlgn="base" hangingPunct="1">
              <a:spcBef>
                <a:spcPct val="0"/>
              </a:spcBef>
              <a:spcAft>
                <a:spcPct val="0"/>
              </a:spcAft>
              <a:defRPr sz="2400" b="1">
                <a:solidFill>
                  <a:schemeClr val="tx1"/>
                </a:solidFill>
                <a:latin typeface="Arial" charset="0"/>
              </a:defRPr>
            </a:lvl4pPr>
            <a:lvl5pPr algn="r" rtl="0" eaLnBrk="1" fontAlgn="base" hangingPunct="1">
              <a:spcBef>
                <a:spcPct val="0"/>
              </a:spcBef>
              <a:spcAft>
                <a:spcPct val="0"/>
              </a:spcAft>
              <a:defRPr sz="2400" b="1">
                <a:solidFill>
                  <a:schemeClr val="tx1"/>
                </a:solidFill>
                <a:latin typeface="Arial" charset="0"/>
              </a:defRPr>
            </a:lvl5pPr>
            <a:lvl6pPr marL="457189" algn="r" rtl="0" eaLnBrk="1" fontAlgn="base" hangingPunct="1">
              <a:spcBef>
                <a:spcPct val="0"/>
              </a:spcBef>
              <a:spcAft>
                <a:spcPct val="0"/>
              </a:spcAft>
              <a:defRPr sz="2400" b="1">
                <a:solidFill>
                  <a:schemeClr val="tx1"/>
                </a:solidFill>
                <a:latin typeface="Arial" charset="0"/>
              </a:defRPr>
            </a:lvl6pPr>
            <a:lvl7pPr marL="914377" algn="r" rtl="0" eaLnBrk="1" fontAlgn="base" hangingPunct="1">
              <a:spcBef>
                <a:spcPct val="0"/>
              </a:spcBef>
              <a:spcAft>
                <a:spcPct val="0"/>
              </a:spcAft>
              <a:defRPr sz="2400" b="1">
                <a:solidFill>
                  <a:schemeClr val="tx1"/>
                </a:solidFill>
                <a:latin typeface="Arial" charset="0"/>
              </a:defRPr>
            </a:lvl7pPr>
            <a:lvl8pPr marL="1371566" algn="r" rtl="0" eaLnBrk="1" fontAlgn="base" hangingPunct="1">
              <a:spcBef>
                <a:spcPct val="0"/>
              </a:spcBef>
              <a:spcAft>
                <a:spcPct val="0"/>
              </a:spcAft>
              <a:defRPr sz="2400" b="1">
                <a:solidFill>
                  <a:schemeClr val="tx1"/>
                </a:solidFill>
                <a:latin typeface="Arial" charset="0"/>
              </a:defRPr>
            </a:lvl8pPr>
            <a:lvl9pPr marL="1828754" algn="r" rtl="0" eaLnBrk="1" fontAlgn="base" hangingPunct="1">
              <a:spcBef>
                <a:spcPct val="0"/>
              </a:spcBef>
              <a:spcAft>
                <a:spcPct val="0"/>
              </a:spcAft>
              <a:defRPr sz="2400" b="1">
                <a:solidFill>
                  <a:schemeClr val="tx1"/>
                </a:solidFill>
                <a:latin typeface="Arial" charset="0"/>
              </a:defRPr>
            </a:lvl9pPr>
          </a:lstStyle>
          <a:p>
            <a:pPr algn="l"/>
            <a:r>
              <a:rPr lang="en-US" kern="0" dirty="0">
                <a:solidFill>
                  <a:schemeClr val="bg1"/>
                </a:solidFill>
                <a:latin typeface="Times New Roman" panose="02020603050405020304" pitchFamily="18" charset="0"/>
                <a:cs typeface="Times New Roman" panose="02020603050405020304" pitchFamily="18" charset="0"/>
              </a:rPr>
              <a:t>Overall Internship Exposure (</a:t>
            </a:r>
            <a:r>
              <a:rPr lang="en-US" kern="0" dirty="0">
                <a:solidFill>
                  <a:srgbClr val="F3592E"/>
                </a:solidFill>
                <a:latin typeface="Times New Roman" panose="02020603050405020304" pitchFamily="18" charset="0"/>
                <a:cs typeface="Times New Roman" panose="02020603050405020304" pitchFamily="18" charset="0"/>
              </a:rPr>
              <a:t>SKH Pune</a:t>
            </a:r>
            <a:r>
              <a:rPr lang="en-US" kern="0" dirty="0">
                <a:solidFill>
                  <a:schemeClr val="bg1"/>
                </a:solidFill>
                <a:latin typeface="Times New Roman" panose="02020603050405020304" pitchFamily="18" charset="0"/>
                <a:cs typeface="Times New Roman" panose="02020603050405020304" pitchFamily="18" charset="0"/>
              </a:rPr>
              <a:t>) | Key Assignments &amp; Deliverables</a:t>
            </a:r>
          </a:p>
        </p:txBody>
      </p:sp>
      <p:sp>
        <p:nvSpPr>
          <p:cNvPr id="18" name="Text 1">
            <a:extLst>
              <a:ext uri="{FF2B5EF4-FFF2-40B4-BE49-F238E27FC236}">
                <a16:creationId xmlns:a16="http://schemas.microsoft.com/office/drawing/2014/main" id="{8E940BF3-8E60-4E66-717E-02F859447F6C}"/>
              </a:ext>
            </a:extLst>
          </p:cNvPr>
          <p:cNvSpPr/>
          <p:nvPr/>
        </p:nvSpPr>
        <p:spPr>
          <a:xfrm>
            <a:off x="132548" y="3390002"/>
            <a:ext cx="2103120" cy="640080"/>
          </a:xfrm>
          <a:prstGeom prst="rect">
            <a:avLst/>
          </a:prstGeom>
          <a:noFill/>
          <a:ln/>
        </p:spPr>
        <p:txBody>
          <a:bodyPr wrap="square" lIns="0" tIns="0" rIns="0" bIns="0" rtlCol="0" anchor="ctr"/>
          <a:lstStyle/>
          <a:p>
            <a:pPr algn="ctr">
              <a:lnSpc>
                <a:spcPct val="104000"/>
              </a:lnSpc>
            </a:pPr>
            <a:r>
              <a:rPr lang="en-US" dirty="0">
                <a:solidFill>
                  <a:schemeClr val="bg1"/>
                </a:solidFill>
                <a:latin typeface="Raleway" pitchFamily="34" charset="0"/>
                <a:ea typeface="Raleway" pitchFamily="34" charset="-122"/>
                <a:cs typeface="Raleway" pitchFamily="34" charset="-120"/>
              </a:rPr>
              <a:t>1.</a:t>
            </a:r>
            <a:r>
              <a:rPr lang="en-US" dirty="0">
                <a:solidFill>
                  <a:srgbClr val="F15A2B"/>
                </a:solidFill>
                <a:latin typeface="Raleway" pitchFamily="34" charset="0"/>
                <a:ea typeface="Raleway" pitchFamily="34" charset="-122"/>
                <a:cs typeface="Raleway" pitchFamily="34" charset="-120"/>
              </a:rPr>
              <a:t>Manufacturing Process Mapping</a:t>
            </a:r>
            <a:endParaRPr lang="en-US" dirty="0">
              <a:solidFill>
                <a:srgbClr val="F15A2B"/>
              </a:solidFill>
            </a:endParaRPr>
          </a:p>
        </p:txBody>
      </p:sp>
      <p:graphicFrame>
        <p:nvGraphicFramePr>
          <p:cNvPr id="23" name="Diagram 22">
            <a:extLst>
              <a:ext uri="{FF2B5EF4-FFF2-40B4-BE49-F238E27FC236}">
                <a16:creationId xmlns:a16="http://schemas.microsoft.com/office/drawing/2014/main" id="{DF14D027-2D40-604C-8787-69C4411D3ABF}"/>
              </a:ext>
            </a:extLst>
          </p:cNvPr>
          <p:cNvGraphicFramePr/>
          <p:nvPr>
            <p:extLst>
              <p:ext uri="{D42A27DB-BD31-4B8C-83A1-F6EECF244321}">
                <p14:modId xmlns:p14="http://schemas.microsoft.com/office/powerpoint/2010/main" val="1589165332"/>
              </p:ext>
            </p:extLst>
          </p:nvPr>
        </p:nvGraphicFramePr>
        <p:xfrm>
          <a:off x="-175827" y="4014284"/>
          <a:ext cx="2814153" cy="1945805"/>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27" name="Isosceles Triangle 26">
            <a:extLst>
              <a:ext uri="{FF2B5EF4-FFF2-40B4-BE49-F238E27FC236}">
                <a16:creationId xmlns:a16="http://schemas.microsoft.com/office/drawing/2014/main" id="{77E9035C-D1AC-9209-EC1C-91C45787AFDC}"/>
              </a:ext>
            </a:extLst>
          </p:cNvPr>
          <p:cNvSpPr/>
          <p:nvPr/>
        </p:nvSpPr>
        <p:spPr>
          <a:xfrm rot="5400000">
            <a:off x="2437236" y="4897544"/>
            <a:ext cx="243338" cy="213842"/>
          </a:xfrm>
          <a:prstGeom prst="triangle">
            <a:avLst/>
          </a:prstGeom>
          <a:ln>
            <a:solidFill>
              <a:srgbClr val="F3592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9" name="Text 1">
            <a:extLst>
              <a:ext uri="{FF2B5EF4-FFF2-40B4-BE49-F238E27FC236}">
                <a16:creationId xmlns:a16="http://schemas.microsoft.com/office/drawing/2014/main" id="{DEA05632-1BF8-D857-9301-2ED26C4CCD7D}"/>
              </a:ext>
            </a:extLst>
          </p:cNvPr>
          <p:cNvSpPr/>
          <p:nvPr/>
        </p:nvSpPr>
        <p:spPr>
          <a:xfrm>
            <a:off x="3075750" y="3573256"/>
            <a:ext cx="2383694" cy="395492"/>
          </a:xfrm>
          <a:prstGeom prst="rect">
            <a:avLst/>
          </a:prstGeom>
          <a:noFill/>
          <a:ln/>
        </p:spPr>
        <p:txBody>
          <a:bodyPr wrap="square" lIns="0" tIns="0" rIns="0" bIns="0" rtlCol="0" anchor="ctr"/>
          <a:lstStyle/>
          <a:p>
            <a:pPr algn="ctr">
              <a:lnSpc>
                <a:spcPct val="104000"/>
              </a:lnSpc>
            </a:pPr>
            <a:r>
              <a:rPr lang="en-US" dirty="0">
                <a:solidFill>
                  <a:schemeClr val="bg1"/>
                </a:solidFill>
              </a:rPr>
              <a:t>2.</a:t>
            </a:r>
            <a:r>
              <a:rPr lang="en-US" dirty="0">
                <a:solidFill>
                  <a:srgbClr val="F15A2B"/>
                </a:solidFill>
              </a:rPr>
              <a:t>Press shop readings to identify VA/NVA</a:t>
            </a:r>
          </a:p>
        </p:txBody>
      </p:sp>
      <p:pic>
        <p:nvPicPr>
          <p:cNvPr id="31" name="Picture 30">
            <a:extLst>
              <a:ext uri="{FF2B5EF4-FFF2-40B4-BE49-F238E27FC236}">
                <a16:creationId xmlns:a16="http://schemas.microsoft.com/office/drawing/2014/main" id="{C7BE43CE-1635-735B-C3CA-C4130430D336}"/>
              </a:ext>
            </a:extLst>
          </p:cNvPr>
          <p:cNvPicPr>
            <a:picLocks noChangeAspect="1"/>
          </p:cNvPicPr>
          <p:nvPr/>
        </p:nvPicPr>
        <p:blipFill>
          <a:blip r:embed="rId10"/>
          <a:stretch>
            <a:fillRect/>
          </a:stretch>
        </p:blipFill>
        <p:spPr>
          <a:xfrm>
            <a:off x="2845423" y="4210309"/>
            <a:ext cx="2614022" cy="1520845"/>
          </a:xfrm>
          <a:prstGeom prst="rect">
            <a:avLst/>
          </a:prstGeom>
          <a:ln>
            <a:solidFill>
              <a:srgbClr val="F3592E"/>
            </a:solidFill>
          </a:ln>
        </p:spPr>
      </p:pic>
      <p:sp>
        <p:nvSpPr>
          <p:cNvPr id="33" name="Text 1">
            <a:extLst>
              <a:ext uri="{FF2B5EF4-FFF2-40B4-BE49-F238E27FC236}">
                <a16:creationId xmlns:a16="http://schemas.microsoft.com/office/drawing/2014/main" id="{580D0393-8A07-8019-78E8-76BC52908C9E}"/>
              </a:ext>
            </a:extLst>
          </p:cNvPr>
          <p:cNvSpPr/>
          <p:nvPr/>
        </p:nvSpPr>
        <p:spPr>
          <a:xfrm>
            <a:off x="5921042" y="3499958"/>
            <a:ext cx="3403599" cy="395492"/>
          </a:xfrm>
          <a:prstGeom prst="rect">
            <a:avLst/>
          </a:prstGeom>
          <a:noFill/>
          <a:ln/>
        </p:spPr>
        <p:txBody>
          <a:bodyPr wrap="square" lIns="0" tIns="0" rIns="0" bIns="0" rtlCol="0" anchor="ctr"/>
          <a:lstStyle/>
          <a:p>
            <a:pPr algn="ctr">
              <a:lnSpc>
                <a:spcPct val="104000"/>
              </a:lnSpc>
            </a:pPr>
            <a:r>
              <a:rPr lang="en-US" dirty="0">
                <a:solidFill>
                  <a:schemeClr val="bg1"/>
                </a:solidFill>
              </a:rPr>
              <a:t>3.</a:t>
            </a:r>
            <a:r>
              <a:rPr lang="en-US" dirty="0">
                <a:solidFill>
                  <a:srgbClr val="F15A2B"/>
                </a:solidFill>
              </a:rPr>
              <a:t>Paint shop (Unloading area)</a:t>
            </a:r>
          </a:p>
        </p:txBody>
      </p:sp>
      <p:sp>
        <p:nvSpPr>
          <p:cNvPr id="35" name="Isosceles Triangle 34">
            <a:extLst>
              <a:ext uri="{FF2B5EF4-FFF2-40B4-BE49-F238E27FC236}">
                <a16:creationId xmlns:a16="http://schemas.microsoft.com/office/drawing/2014/main" id="{1FAF06E0-485A-635F-96A7-E269DA012F94}"/>
              </a:ext>
            </a:extLst>
          </p:cNvPr>
          <p:cNvSpPr/>
          <p:nvPr/>
        </p:nvSpPr>
        <p:spPr>
          <a:xfrm rot="5400000">
            <a:off x="5628121" y="4863810"/>
            <a:ext cx="243338" cy="213842"/>
          </a:xfrm>
          <a:prstGeom prst="triangle">
            <a:avLst/>
          </a:prstGeom>
          <a:ln>
            <a:solidFill>
              <a:srgbClr val="F3592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9" name="Picture 38">
            <a:extLst>
              <a:ext uri="{FF2B5EF4-FFF2-40B4-BE49-F238E27FC236}">
                <a16:creationId xmlns:a16="http://schemas.microsoft.com/office/drawing/2014/main" id="{DC3F9ABF-C4DC-F366-4F0C-488D5D288D74}"/>
              </a:ext>
            </a:extLst>
          </p:cNvPr>
          <p:cNvPicPr>
            <a:picLocks noChangeAspect="1"/>
          </p:cNvPicPr>
          <p:nvPr/>
        </p:nvPicPr>
        <p:blipFill>
          <a:blip r:embed="rId11"/>
          <a:stretch>
            <a:fillRect/>
          </a:stretch>
        </p:blipFill>
        <p:spPr>
          <a:xfrm>
            <a:off x="7694135" y="3995177"/>
            <a:ext cx="1411914" cy="843101"/>
          </a:xfrm>
          <a:prstGeom prst="rect">
            <a:avLst/>
          </a:prstGeom>
          <a:ln>
            <a:solidFill>
              <a:srgbClr val="F3592E"/>
            </a:solidFill>
          </a:ln>
        </p:spPr>
      </p:pic>
      <p:pic>
        <p:nvPicPr>
          <p:cNvPr id="41" name="Picture 40">
            <a:extLst>
              <a:ext uri="{FF2B5EF4-FFF2-40B4-BE49-F238E27FC236}">
                <a16:creationId xmlns:a16="http://schemas.microsoft.com/office/drawing/2014/main" id="{844EF113-3118-AD07-AB5E-6F16065B4B86}"/>
              </a:ext>
            </a:extLst>
          </p:cNvPr>
          <p:cNvPicPr>
            <a:picLocks noChangeAspect="1"/>
          </p:cNvPicPr>
          <p:nvPr/>
        </p:nvPicPr>
        <p:blipFill>
          <a:blip r:embed="rId12"/>
          <a:stretch>
            <a:fillRect/>
          </a:stretch>
        </p:blipFill>
        <p:spPr>
          <a:xfrm>
            <a:off x="6035366" y="5049187"/>
            <a:ext cx="1337391" cy="833955"/>
          </a:xfrm>
          <a:prstGeom prst="rect">
            <a:avLst/>
          </a:prstGeom>
          <a:ln>
            <a:solidFill>
              <a:srgbClr val="F3592E"/>
            </a:solidFill>
          </a:ln>
        </p:spPr>
      </p:pic>
      <p:pic>
        <p:nvPicPr>
          <p:cNvPr id="43" name="Picture 42">
            <a:extLst>
              <a:ext uri="{FF2B5EF4-FFF2-40B4-BE49-F238E27FC236}">
                <a16:creationId xmlns:a16="http://schemas.microsoft.com/office/drawing/2014/main" id="{93F286CA-1D25-CAD4-E252-5AD783CF1684}"/>
              </a:ext>
            </a:extLst>
          </p:cNvPr>
          <p:cNvPicPr>
            <a:picLocks noChangeAspect="1"/>
          </p:cNvPicPr>
          <p:nvPr/>
        </p:nvPicPr>
        <p:blipFill>
          <a:blip r:embed="rId13"/>
          <a:stretch>
            <a:fillRect/>
          </a:stretch>
        </p:blipFill>
        <p:spPr>
          <a:xfrm>
            <a:off x="7694136" y="5005323"/>
            <a:ext cx="1411914" cy="877819"/>
          </a:xfrm>
          <a:prstGeom prst="rect">
            <a:avLst/>
          </a:prstGeom>
          <a:ln>
            <a:solidFill>
              <a:srgbClr val="F3592E"/>
            </a:solidFill>
          </a:ln>
        </p:spPr>
      </p:pic>
      <p:sp>
        <p:nvSpPr>
          <p:cNvPr id="45" name="Isosceles Triangle 44">
            <a:extLst>
              <a:ext uri="{FF2B5EF4-FFF2-40B4-BE49-F238E27FC236}">
                <a16:creationId xmlns:a16="http://schemas.microsoft.com/office/drawing/2014/main" id="{1C1481E5-143E-770C-5958-65484DBD7350}"/>
              </a:ext>
            </a:extLst>
          </p:cNvPr>
          <p:cNvSpPr/>
          <p:nvPr/>
        </p:nvSpPr>
        <p:spPr>
          <a:xfrm rot="5400000">
            <a:off x="9316201" y="4853650"/>
            <a:ext cx="243338" cy="213842"/>
          </a:xfrm>
          <a:prstGeom prst="triangle">
            <a:avLst/>
          </a:prstGeom>
          <a:ln>
            <a:solidFill>
              <a:srgbClr val="F3592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7" name="Text 1">
            <a:extLst>
              <a:ext uri="{FF2B5EF4-FFF2-40B4-BE49-F238E27FC236}">
                <a16:creationId xmlns:a16="http://schemas.microsoft.com/office/drawing/2014/main" id="{DF8C2BA4-FFF2-E0F3-80ED-5B589E5DC705}"/>
              </a:ext>
            </a:extLst>
          </p:cNvPr>
          <p:cNvSpPr/>
          <p:nvPr/>
        </p:nvSpPr>
        <p:spPr>
          <a:xfrm>
            <a:off x="9336645" y="3512296"/>
            <a:ext cx="2786528" cy="395492"/>
          </a:xfrm>
          <a:prstGeom prst="rect">
            <a:avLst/>
          </a:prstGeom>
          <a:noFill/>
          <a:ln/>
        </p:spPr>
        <p:txBody>
          <a:bodyPr wrap="square" lIns="0" tIns="0" rIns="0" bIns="0" rtlCol="0" anchor="ctr"/>
          <a:lstStyle/>
          <a:p>
            <a:pPr algn="ctr">
              <a:lnSpc>
                <a:spcPct val="104000"/>
              </a:lnSpc>
            </a:pPr>
            <a:r>
              <a:rPr lang="en-US" dirty="0">
                <a:solidFill>
                  <a:schemeClr val="bg1"/>
                </a:solidFill>
              </a:rPr>
              <a:t>4.</a:t>
            </a:r>
            <a:r>
              <a:rPr lang="en-US" dirty="0">
                <a:solidFill>
                  <a:srgbClr val="F15A2B"/>
                </a:solidFill>
              </a:rPr>
              <a:t>Final Quality inspection</a:t>
            </a:r>
          </a:p>
        </p:txBody>
      </p:sp>
      <p:pic>
        <p:nvPicPr>
          <p:cNvPr id="49" name="Picture 48">
            <a:extLst>
              <a:ext uri="{FF2B5EF4-FFF2-40B4-BE49-F238E27FC236}">
                <a16:creationId xmlns:a16="http://schemas.microsoft.com/office/drawing/2014/main" id="{8183B04D-156F-D4D2-8688-5E113052CA85}"/>
              </a:ext>
            </a:extLst>
          </p:cNvPr>
          <p:cNvPicPr>
            <a:picLocks noChangeAspect="1"/>
          </p:cNvPicPr>
          <p:nvPr/>
        </p:nvPicPr>
        <p:blipFill>
          <a:blip r:embed="rId14"/>
          <a:stretch>
            <a:fillRect/>
          </a:stretch>
        </p:blipFill>
        <p:spPr>
          <a:xfrm>
            <a:off x="6035367" y="3995177"/>
            <a:ext cx="1411914" cy="887619"/>
          </a:xfrm>
          <a:prstGeom prst="rect">
            <a:avLst/>
          </a:prstGeom>
          <a:ln>
            <a:solidFill>
              <a:srgbClr val="F3592E"/>
            </a:solidFill>
          </a:ln>
        </p:spPr>
      </p:pic>
      <p:pic>
        <p:nvPicPr>
          <p:cNvPr id="51" name="Picture 50">
            <a:extLst>
              <a:ext uri="{FF2B5EF4-FFF2-40B4-BE49-F238E27FC236}">
                <a16:creationId xmlns:a16="http://schemas.microsoft.com/office/drawing/2014/main" id="{A23F35DE-DF5F-DE82-ECD8-E7DCEA28BADF}"/>
              </a:ext>
            </a:extLst>
          </p:cNvPr>
          <p:cNvPicPr>
            <a:picLocks noChangeAspect="1"/>
          </p:cNvPicPr>
          <p:nvPr/>
        </p:nvPicPr>
        <p:blipFill>
          <a:blip r:embed="rId15"/>
          <a:stretch>
            <a:fillRect/>
          </a:stretch>
        </p:blipFill>
        <p:spPr>
          <a:xfrm>
            <a:off x="9988987" y="3910093"/>
            <a:ext cx="1599827" cy="898604"/>
          </a:xfrm>
          <a:prstGeom prst="rect">
            <a:avLst/>
          </a:prstGeom>
          <a:ln>
            <a:solidFill>
              <a:srgbClr val="F3592E"/>
            </a:solidFill>
          </a:ln>
        </p:spPr>
      </p:pic>
      <p:pic>
        <p:nvPicPr>
          <p:cNvPr id="53" name="Picture 52">
            <a:extLst>
              <a:ext uri="{FF2B5EF4-FFF2-40B4-BE49-F238E27FC236}">
                <a16:creationId xmlns:a16="http://schemas.microsoft.com/office/drawing/2014/main" id="{3160C4BA-4185-E898-1530-C54473890A30}"/>
              </a:ext>
            </a:extLst>
          </p:cNvPr>
          <p:cNvPicPr>
            <a:picLocks noChangeAspect="1"/>
          </p:cNvPicPr>
          <p:nvPr/>
        </p:nvPicPr>
        <p:blipFill>
          <a:blip r:embed="rId16"/>
          <a:stretch>
            <a:fillRect/>
          </a:stretch>
        </p:blipFill>
        <p:spPr>
          <a:xfrm>
            <a:off x="9988987" y="4970731"/>
            <a:ext cx="1599827" cy="877819"/>
          </a:xfrm>
          <a:prstGeom prst="rect">
            <a:avLst/>
          </a:prstGeom>
          <a:ln>
            <a:solidFill>
              <a:srgbClr val="F3592E"/>
            </a:solidFill>
          </a:ln>
        </p:spPr>
      </p:pic>
      <p:cxnSp>
        <p:nvCxnSpPr>
          <p:cNvPr id="54" name="Straight Connector 53">
            <a:extLst>
              <a:ext uri="{FF2B5EF4-FFF2-40B4-BE49-F238E27FC236}">
                <a16:creationId xmlns:a16="http://schemas.microsoft.com/office/drawing/2014/main" id="{7442485A-BE21-ADE1-78E9-8FE7E34FE9FF}"/>
              </a:ext>
            </a:extLst>
          </p:cNvPr>
          <p:cNvCxnSpPr>
            <a:cxnSpLocks/>
          </p:cNvCxnSpPr>
          <p:nvPr/>
        </p:nvCxnSpPr>
        <p:spPr>
          <a:xfrm>
            <a:off x="49347" y="3417460"/>
            <a:ext cx="12064181" cy="0"/>
          </a:xfrm>
          <a:prstGeom prst="line">
            <a:avLst/>
          </a:prstGeom>
          <a:ln>
            <a:solidFill>
              <a:srgbClr val="F3592E"/>
            </a:solidFill>
            <a:prstDash val="sysDash"/>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09882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F6F92E-BFFE-B1F4-A7D0-50BCC4956B3D}"/>
            </a:ext>
          </a:extLst>
        </p:cNvPr>
        <p:cNvGrpSpPr/>
        <p:nvPr/>
      </p:nvGrpSpPr>
      <p:grpSpPr>
        <a:xfrm>
          <a:off x="0" y="0"/>
          <a:ext cx="0" cy="0"/>
          <a:chOff x="0" y="0"/>
          <a:chExt cx="0" cy="0"/>
        </a:xfrm>
      </p:grpSpPr>
      <p:sp>
        <p:nvSpPr>
          <p:cNvPr id="912" name="Rectangle 911">
            <a:extLst>
              <a:ext uri="{FF2B5EF4-FFF2-40B4-BE49-F238E27FC236}">
                <a16:creationId xmlns:a16="http://schemas.microsoft.com/office/drawing/2014/main" id="{DF581941-6409-2A1B-2740-08F5188FECE1}"/>
              </a:ext>
            </a:extLst>
          </p:cNvPr>
          <p:cNvSpPr/>
          <p:nvPr/>
        </p:nvSpPr>
        <p:spPr>
          <a:xfrm>
            <a:off x="11346426" y="6533103"/>
            <a:ext cx="265471" cy="251383"/>
          </a:xfrm>
          <a:prstGeom prst="rect">
            <a:avLst/>
          </a:prstGeom>
          <a:solidFill>
            <a:srgbClr val="D840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Times New Roman" panose="02020603050405020304" pitchFamily="18" charset="0"/>
              <a:cs typeface="Times New Roman" panose="02020603050405020304" pitchFamily="18" charset="0"/>
            </a:endParaRPr>
          </a:p>
        </p:txBody>
      </p:sp>
      <p:sp>
        <p:nvSpPr>
          <p:cNvPr id="935" name="Slide Number Placeholder 5">
            <a:extLst>
              <a:ext uri="{FF2B5EF4-FFF2-40B4-BE49-F238E27FC236}">
                <a16:creationId xmlns:a16="http://schemas.microsoft.com/office/drawing/2014/main" id="{8A5DDA31-4D95-614A-B1DB-247A00A9B3D4}"/>
              </a:ext>
            </a:extLst>
          </p:cNvPr>
          <p:cNvSpPr txBox="1">
            <a:spLocks/>
          </p:cNvSpPr>
          <p:nvPr/>
        </p:nvSpPr>
        <p:spPr>
          <a:xfrm>
            <a:off x="11264900" y="6523271"/>
            <a:ext cx="431800" cy="251383"/>
          </a:xfrm>
          <a:prstGeom prst="rect">
            <a:avLst/>
          </a:prstGeom>
        </p:spPr>
        <p:txBody>
          <a:bodyPr/>
          <a:lstStyle>
            <a:defPPr>
              <a:defRPr lang="en-US"/>
            </a:defPPr>
            <a:lvl1pPr marL="0" algn="ctr" defTabSz="914400" rtl="0" eaLnBrk="1" latinLnBrk="0" hangingPunct="1">
              <a:defRPr sz="1200" kern="1200">
                <a:solidFill>
                  <a:schemeClr val="bg1"/>
                </a:solidFill>
                <a:latin typeface="Inter SemiBold" panose="02000503000000020004" pitchFamily="2" charset="0"/>
                <a:ea typeface="Inter SemiBold" panose="02000503000000020004" pitchFamily="2" charset="0"/>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718DE92-95F6-42AE-AC51-BE8D9B4D4C75}" type="slidenum">
              <a:rPr lang="en-US" smtClean="0">
                <a:latin typeface="Arial" panose="020B0604020202020204" pitchFamily="34" charset="0"/>
                <a:cs typeface="Arial" panose="020B0604020202020204" pitchFamily="34" charset="0"/>
              </a:rPr>
              <a:pPr/>
              <a:t>6</a:t>
            </a:fld>
            <a:endParaRPr lang="en-US" dirty="0">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4924D3BD-C8C0-F48F-5231-1E5FCCBAB2FB}"/>
              </a:ext>
            </a:extLst>
          </p:cNvPr>
          <p:cNvSpPr txBox="1"/>
          <p:nvPr/>
        </p:nvSpPr>
        <p:spPr>
          <a:xfrm>
            <a:off x="2306089" y="6236007"/>
            <a:ext cx="7526169" cy="261610"/>
          </a:xfrm>
          <a:prstGeom prst="rect">
            <a:avLst/>
          </a:prstGeom>
          <a:noFill/>
        </p:spPr>
        <p:txBody>
          <a:bodyPr wrap="square" rtlCol="0">
            <a:spAutoFit/>
          </a:bodyPr>
          <a:lstStyle/>
          <a:p>
            <a:pPr algn="ctr"/>
            <a:r>
              <a:rPr lang="en-US" sz="1100" b="1" dirty="0">
                <a:solidFill>
                  <a:schemeClr val="bg1"/>
                </a:solidFill>
              </a:rPr>
              <a:t>Innovation &amp; Excellence   I   Customer Delight   I   Ownership   I    Respect, Fairness &amp; Transparency </a:t>
            </a:r>
            <a:endParaRPr lang="en-IN" sz="1100" b="1" dirty="0">
              <a:solidFill>
                <a:schemeClr val="bg1"/>
              </a:solidFill>
            </a:endParaRPr>
          </a:p>
        </p:txBody>
      </p:sp>
      <p:sp>
        <p:nvSpPr>
          <p:cNvPr id="3" name="Text 1">
            <a:extLst>
              <a:ext uri="{FF2B5EF4-FFF2-40B4-BE49-F238E27FC236}">
                <a16:creationId xmlns:a16="http://schemas.microsoft.com/office/drawing/2014/main" id="{9A7FA449-F1E8-669F-E8BC-2D4C862CC3CD}"/>
              </a:ext>
            </a:extLst>
          </p:cNvPr>
          <p:cNvSpPr/>
          <p:nvPr/>
        </p:nvSpPr>
        <p:spPr>
          <a:xfrm>
            <a:off x="1130617" y="738830"/>
            <a:ext cx="3403599" cy="395492"/>
          </a:xfrm>
          <a:prstGeom prst="rect">
            <a:avLst/>
          </a:prstGeom>
          <a:noFill/>
          <a:ln/>
        </p:spPr>
        <p:txBody>
          <a:bodyPr wrap="square" lIns="0" tIns="0" rIns="0" bIns="0" rtlCol="0" anchor="ctr"/>
          <a:lstStyle/>
          <a:p>
            <a:pPr algn="ctr">
              <a:lnSpc>
                <a:spcPct val="104000"/>
              </a:lnSpc>
            </a:pPr>
            <a:r>
              <a:rPr lang="en-US" dirty="0">
                <a:solidFill>
                  <a:srgbClr val="F15A2B"/>
                </a:solidFill>
              </a:rPr>
              <a:t>Paint shop (</a:t>
            </a:r>
            <a:r>
              <a:rPr lang="en-US" dirty="0">
                <a:solidFill>
                  <a:schemeClr val="bg1"/>
                </a:solidFill>
              </a:rPr>
              <a:t>Unloading area</a:t>
            </a:r>
            <a:r>
              <a:rPr lang="en-US" dirty="0">
                <a:solidFill>
                  <a:srgbClr val="F15A2B"/>
                </a:solidFill>
              </a:rPr>
              <a:t>)</a:t>
            </a:r>
          </a:p>
        </p:txBody>
      </p:sp>
      <p:sp>
        <p:nvSpPr>
          <p:cNvPr id="6" name="Text 1">
            <a:extLst>
              <a:ext uri="{FF2B5EF4-FFF2-40B4-BE49-F238E27FC236}">
                <a16:creationId xmlns:a16="http://schemas.microsoft.com/office/drawing/2014/main" id="{60C672E6-809B-B0B8-A31D-A9FE4D8D04A8}"/>
              </a:ext>
            </a:extLst>
          </p:cNvPr>
          <p:cNvSpPr/>
          <p:nvPr/>
        </p:nvSpPr>
        <p:spPr>
          <a:xfrm>
            <a:off x="7993018" y="736014"/>
            <a:ext cx="2786528" cy="395492"/>
          </a:xfrm>
          <a:prstGeom prst="rect">
            <a:avLst/>
          </a:prstGeom>
          <a:noFill/>
          <a:ln/>
        </p:spPr>
        <p:txBody>
          <a:bodyPr wrap="square" lIns="0" tIns="0" rIns="0" bIns="0" rtlCol="0" anchor="ctr"/>
          <a:lstStyle/>
          <a:p>
            <a:pPr algn="ctr">
              <a:lnSpc>
                <a:spcPct val="104000"/>
              </a:lnSpc>
            </a:pPr>
            <a:r>
              <a:rPr lang="en-US" dirty="0">
                <a:solidFill>
                  <a:srgbClr val="F15A2B"/>
                </a:solidFill>
              </a:rPr>
              <a:t>Final Quality inspection</a:t>
            </a:r>
          </a:p>
        </p:txBody>
      </p:sp>
      <p:cxnSp>
        <p:nvCxnSpPr>
          <p:cNvPr id="8" name="Straight Connector 7">
            <a:extLst>
              <a:ext uri="{FF2B5EF4-FFF2-40B4-BE49-F238E27FC236}">
                <a16:creationId xmlns:a16="http://schemas.microsoft.com/office/drawing/2014/main" id="{862ADD74-03AB-98CD-6274-2D67E003A0E8}"/>
              </a:ext>
            </a:extLst>
          </p:cNvPr>
          <p:cNvCxnSpPr>
            <a:cxnSpLocks/>
          </p:cNvCxnSpPr>
          <p:nvPr/>
        </p:nvCxnSpPr>
        <p:spPr>
          <a:xfrm>
            <a:off x="6069173" y="872009"/>
            <a:ext cx="1" cy="5497791"/>
          </a:xfrm>
          <a:prstGeom prst="line">
            <a:avLst/>
          </a:prstGeom>
          <a:ln>
            <a:solidFill>
              <a:srgbClr val="F3592E"/>
            </a:solidFill>
            <a:prstDash val="sysDash"/>
          </a:ln>
        </p:spPr>
        <p:style>
          <a:lnRef idx="2">
            <a:schemeClr val="accent1"/>
          </a:lnRef>
          <a:fillRef idx="0">
            <a:schemeClr val="accent1"/>
          </a:fillRef>
          <a:effectRef idx="1">
            <a:schemeClr val="accent1"/>
          </a:effectRef>
          <a:fontRef idx="minor">
            <a:schemeClr val="tx1"/>
          </a:fontRef>
        </p:style>
      </p:cxnSp>
      <p:sp>
        <p:nvSpPr>
          <p:cNvPr id="13" name="Text 1">
            <a:extLst>
              <a:ext uri="{FF2B5EF4-FFF2-40B4-BE49-F238E27FC236}">
                <a16:creationId xmlns:a16="http://schemas.microsoft.com/office/drawing/2014/main" id="{8D393235-74DB-B467-4C3D-0A46DDAC4712}"/>
              </a:ext>
            </a:extLst>
          </p:cNvPr>
          <p:cNvSpPr/>
          <p:nvPr/>
        </p:nvSpPr>
        <p:spPr>
          <a:xfrm>
            <a:off x="988389" y="1419584"/>
            <a:ext cx="832218" cy="282414"/>
          </a:xfrm>
          <a:prstGeom prst="rect">
            <a:avLst/>
          </a:prstGeom>
          <a:noFill/>
          <a:ln/>
        </p:spPr>
        <p:txBody>
          <a:bodyPr wrap="none" lIns="0" tIns="0" rIns="0" bIns="0" rtlCol="0" anchor="t"/>
          <a:lstStyle/>
          <a:p>
            <a:pPr marL="0" indent="0" algn="ctr">
              <a:lnSpc>
                <a:spcPct val="83000"/>
              </a:lnSpc>
              <a:buNone/>
            </a:pPr>
            <a:r>
              <a:rPr lang="en-US" sz="2400" dirty="0">
                <a:solidFill>
                  <a:srgbClr val="F15A2B"/>
                </a:solidFill>
                <a:latin typeface="Raleway" pitchFamily="34" charset="0"/>
                <a:ea typeface="Raleway" pitchFamily="34" charset="-122"/>
                <a:cs typeface="Raleway" pitchFamily="34" charset="-120"/>
              </a:rPr>
              <a:t>150+</a:t>
            </a:r>
            <a:endParaRPr lang="en-US" sz="2400" dirty="0">
              <a:solidFill>
                <a:srgbClr val="F15A2B"/>
              </a:solidFill>
            </a:endParaRPr>
          </a:p>
        </p:txBody>
      </p:sp>
      <p:sp>
        <p:nvSpPr>
          <p:cNvPr id="15" name="Text 2">
            <a:extLst>
              <a:ext uri="{FF2B5EF4-FFF2-40B4-BE49-F238E27FC236}">
                <a16:creationId xmlns:a16="http://schemas.microsoft.com/office/drawing/2014/main" id="{8B258920-37E3-E442-4CE7-12B6116EB42A}"/>
              </a:ext>
            </a:extLst>
          </p:cNvPr>
          <p:cNvSpPr/>
          <p:nvPr/>
        </p:nvSpPr>
        <p:spPr>
          <a:xfrm>
            <a:off x="803258" y="1760994"/>
            <a:ext cx="1210954" cy="183410"/>
          </a:xfrm>
          <a:prstGeom prst="rect">
            <a:avLst/>
          </a:prstGeom>
          <a:noFill/>
          <a:ln/>
        </p:spPr>
        <p:txBody>
          <a:bodyPr wrap="none" lIns="0" tIns="0" rIns="0" bIns="0" rtlCol="0" anchor="t"/>
          <a:lstStyle/>
          <a:p>
            <a:pPr marL="0" indent="0" algn="ctr">
              <a:lnSpc>
                <a:spcPct val="104000"/>
              </a:lnSpc>
              <a:buNone/>
            </a:pPr>
            <a:r>
              <a:rPr lang="en-US" sz="1100" dirty="0">
                <a:solidFill>
                  <a:schemeClr val="bg1"/>
                </a:solidFill>
                <a:latin typeface="Roboto" panose="02000000000000000000" pitchFamily="2" charset="0"/>
                <a:ea typeface="Roboto" panose="02000000000000000000" pitchFamily="2" charset="0"/>
                <a:cs typeface="Roboto" panose="02000000000000000000" pitchFamily="2" charset="0"/>
              </a:rPr>
              <a:t>Unloading Baskets</a:t>
            </a:r>
          </a:p>
        </p:txBody>
      </p:sp>
      <p:sp>
        <p:nvSpPr>
          <p:cNvPr id="17" name="Text 3">
            <a:extLst>
              <a:ext uri="{FF2B5EF4-FFF2-40B4-BE49-F238E27FC236}">
                <a16:creationId xmlns:a16="http://schemas.microsoft.com/office/drawing/2014/main" id="{DF5B36BC-EA87-B356-927D-5F43DB9DF092}"/>
              </a:ext>
            </a:extLst>
          </p:cNvPr>
          <p:cNvSpPr/>
          <p:nvPr/>
        </p:nvSpPr>
        <p:spPr>
          <a:xfrm>
            <a:off x="447016" y="2003400"/>
            <a:ext cx="1914964" cy="316215"/>
          </a:xfrm>
          <a:prstGeom prst="rect">
            <a:avLst/>
          </a:prstGeom>
          <a:noFill/>
          <a:ln/>
        </p:spPr>
        <p:txBody>
          <a:bodyPr wrap="square" lIns="0" tIns="0" rIns="0" bIns="0" rtlCol="0" anchor="t">
            <a:noAutofit/>
          </a:bodyPr>
          <a:lstStyle/>
          <a:p>
            <a:pPr marL="0" indent="0" algn="ctr">
              <a:buNone/>
            </a:pPr>
            <a:r>
              <a:rPr lang="en-US" sz="1100" dirty="0">
                <a:solidFill>
                  <a:srgbClr val="F15A2B"/>
                </a:solidFill>
                <a:latin typeface="Roboto" pitchFamily="34" charset="0"/>
                <a:ea typeface="Roboto" pitchFamily="34" charset="-122"/>
                <a:cs typeface="Roboto" pitchFamily="34" charset="-120"/>
              </a:rPr>
              <a:t>Captured with stopwatch precision across press lines</a:t>
            </a:r>
            <a:endParaRPr lang="en-US" sz="1100" dirty="0">
              <a:solidFill>
                <a:srgbClr val="F15A2B"/>
              </a:solidFill>
            </a:endParaRPr>
          </a:p>
        </p:txBody>
      </p:sp>
      <p:pic>
        <p:nvPicPr>
          <p:cNvPr id="19" name="Picture 18">
            <a:extLst>
              <a:ext uri="{FF2B5EF4-FFF2-40B4-BE49-F238E27FC236}">
                <a16:creationId xmlns:a16="http://schemas.microsoft.com/office/drawing/2014/main" id="{CD965521-EF97-7655-A1B3-D565CA6EB7A4}"/>
              </a:ext>
            </a:extLst>
          </p:cNvPr>
          <p:cNvPicPr>
            <a:picLocks noChangeAspect="1"/>
          </p:cNvPicPr>
          <p:nvPr/>
        </p:nvPicPr>
        <p:blipFill>
          <a:blip r:embed="rId2"/>
          <a:stretch>
            <a:fillRect/>
          </a:stretch>
        </p:blipFill>
        <p:spPr>
          <a:xfrm>
            <a:off x="2875482" y="1163818"/>
            <a:ext cx="3011091" cy="1387304"/>
          </a:xfrm>
          <a:prstGeom prst="rect">
            <a:avLst/>
          </a:prstGeom>
          <a:ln>
            <a:solidFill>
              <a:srgbClr val="F3592E"/>
            </a:solidFill>
          </a:ln>
        </p:spPr>
      </p:pic>
      <p:pic>
        <p:nvPicPr>
          <p:cNvPr id="25" name="Picture 24">
            <a:extLst>
              <a:ext uri="{FF2B5EF4-FFF2-40B4-BE49-F238E27FC236}">
                <a16:creationId xmlns:a16="http://schemas.microsoft.com/office/drawing/2014/main" id="{DC2FC2C4-21D4-39B2-E415-4B698227BAE4}"/>
              </a:ext>
            </a:extLst>
          </p:cNvPr>
          <p:cNvPicPr>
            <a:picLocks noChangeAspect="1"/>
          </p:cNvPicPr>
          <p:nvPr/>
        </p:nvPicPr>
        <p:blipFill>
          <a:blip r:embed="rId3"/>
          <a:stretch>
            <a:fillRect/>
          </a:stretch>
        </p:blipFill>
        <p:spPr>
          <a:xfrm>
            <a:off x="2875482" y="2843125"/>
            <a:ext cx="3011094" cy="1387304"/>
          </a:xfrm>
          <a:prstGeom prst="rect">
            <a:avLst/>
          </a:prstGeom>
          <a:ln>
            <a:solidFill>
              <a:srgbClr val="F3592E"/>
            </a:solidFill>
          </a:ln>
        </p:spPr>
      </p:pic>
      <p:sp>
        <p:nvSpPr>
          <p:cNvPr id="27" name="Text 2">
            <a:extLst>
              <a:ext uri="{FF2B5EF4-FFF2-40B4-BE49-F238E27FC236}">
                <a16:creationId xmlns:a16="http://schemas.microsoft.com/office/drawing/2014/main" id="{A551CC72-4A3C-C06E-9F6F-B3CBA1565885}"/>
              </a:ext>
            </a:extLst>
          </p:cNvPr>
          <p:cNvSpPr/>
          <p:nvPr/>
        </p:nvSpPr>
        <p:spPr>
          <a:xfrm>
            <a:off x="797960" y="3011061"/>
            <a:ext cx="1210954" cy="183410"/>
          </a:xfrm>
          <a:prstGeom prst="rect">
            <a:avLst/>
          </a:prstGeom>
          <a:noFill/>
          <a:ln/>
        </p:spPr>
        <p:txBody>
          <a:bodyPr wrap="none" lIns="0" tIns="0" rIns="0" bIns="0" rtlCol="0" anchor="t"/>
          <a:lstStyle/>
          <a:p>
            <a:pPr marL="0" indent="0" algn="ctr">
              <a:lnSpc>
                <a:spcPct val="104000"/>
              </a:lnSpc>
              <a:buNone/>
            </a:pPr>
            <a:r>
              <a:rPr lang="en-US" sz="1100" dirty="0">
                <a:solidFill>
                  <a:schemeClr val="bg1"/>
                </a:solidFill>
                <a:latin typeface="Roboto" panose="02000000000000000000" pitchFamily="2" charset="0"/>
                <a:ea typeface="Roboto" panose="02000000000000000000" pitchFamily="2" charset="0"/>
                <a:cs typeface="Roboto" panose="02000000000000000000" pitchFamily="2" charset="0"/>
              </a:rPr>
              <a:t>Wagon Study</a:t>
            </a:r>
          </a:p>
        </p:txBody>
      </p:sp>
      <p:sp>
        <p:nvSpPr>
          <p:cNvPr id="29" name="Text 3">
            <a:extLst>
              <a:ext uri="{FF2B5EF4-FFF2-40B4-BE49-F238E27FC236}">
                <a16:creationId xmlns:a16="http://schemas.microsoft.com/office/drawing/2014/main" id="{58D2EE6D-8DB8-C5C0-D507-0BCE7ABD91D9}"/>
              </a:ext>
            </a:extLst>
          </p:cNvPr>
          <p:cNvSpPr/>
          <p:nvPr/>
        </p:nvSpPr>
        <p:spPr>
          <a:xfrm>
            <a:off x="157140" y="3295248"/>
            <a:ext cx="2494716" cy="745811"/>
          </a:xfrm>
          <a:prstGeom prst="rect">
            <a:avLst/>
          </a:prstGeom>
          <a:noFill/>
          <a:ln/>
        </p:spPr>
        <p:txBody>
          <a:bodyPr wrap="square" lIns="0" tIns="0" rIns="0" bIns="0" rtlCol="0" anchor="t">
            <a:noAutofit/>
          </a:bodyPr>
          <a:lstStyle/>
          <a:p>
            <a:pPr marL="0" indent="0" algn="ctr">
              <a:buNone/>
            </a:pPr>
            <a:r>
              <a:rPr lang="en-IN" sz="1100" dirty="0">
                <a:solidFill>
                  <a:srgbClr val="F15A2B"/>
                </a:solidFill>
                <a:latin typeface="Roboto" panose="02000000000000000000" pitchFamily="2" charset="0"/>
                <a:ea typeface="Roboto" panose="02000000000000000000" pitchFamily="2" charset="0"/>
                <a:cs typeface="Roboto" panose="02000000000000000000" pitchFamily="2" charset="0"/>
              </a:rPr>
              <a:t>The study and analysis captured alarm-related delays to identify non-value-added machine stoppages that slow basket movement.</a:t>
            </a:r>
            <a:endParaRPr lang="en-US" sz="1100" dirty="0">
              <a:solidFill>
                <a:srgbClr val="F15A2B"/>
              </a:solidFill>
              <a:latin typeface="Roboto" panose="02000000000000000000" pitchFamily="2" charset="0"/>
              <a:ea typeface="Roboto" panose="02000000000000000000" pitchFamily="2" charset="0"/>
              <a:cs typeface="Roboto" panose="02000000000000000000" pitchFamily="2" charset="0"/>
            </a:endParaRPr>
          </a:p>
        </p:txBody>
      </p:sp>
      <p:pic>
        <p:nvPicPr>
          <p:cNvPr id="31" name="Picture 30">
            <a:extLst>
              <a:ext uri="{FF2B5EF4-FFF2-40B4-BE49-F238E27FC236}">
                <a16:creationId xmlns:a16="http://schemas.microsoft.com/office/drawing/2014/main" id="{6B2332B3-BF4D-01C9-0825-4668922442F3}"/>
              </a:ext>
            </a:extLst>
          </p:cNvPr>
          <p:cNvPicPr>
            <a:picLocks noChangeAspect="1"/>
          </p:cNvPicPr>
          <p:nvPr/>
        </p:nvPicPr>
        <p:blipFill>
          <a:blip r:embed="rId4"/>
          <a:stretch>
            <a:fillRect/>
          </a:stretch>
        </p:blipFill>
        <p:spPr>
          <a:xfrm>
            <a:off x="2875482" y="4601953"/>
            <a:ext cx="3011093" cy="1458039"/>
          </a:xfrm>
          <a:prstGeom prst="rect">
            <a:avLst/>
          </a:prstGeom>
          <a:ln>
            <a:solidFill>
              <a:srgbClr val="F3592E"/>
            </a:solidFill>
          </a:ln>
        </p:spPr>
      </p:pic>
      <p:sp>
        <p:nvSpPr>
          <p:cNvPr id="33" name="Text 2">
            <a:extLst>
              <a:ext uri="{FF2B5EF4-FFF2-40B4-BE49-F238E27FC236}">
                <a16:creationId xmlns:a16="http://schemas.microsoft.com/office/drawing/2014/main" id="{4BFDEEFF-96BE-46A0-3E3B-824BE4DEA76E}"/>
              </a:ext>
            </a:extLst>
          </p:cNvPr>
          <p:cNvSpPr/>
          <p:nvPr/>
        </p:nvSpPr>
        <p:spPr>
          <a:xfrm>
            <a:off x="263668" y="4702216"/>
            <a:ext cx="2279537" cy="185816"/>
          </a:xfrm>
          <a:prstGeom prst="rect">
            <a:avLst/>
          </a:prstGeom>
          <a:noFill/>
          <a:ln/>
        </p:spPr>
        <p:txBody>
          <a:bodyPr wrap="none" lIns="0" tIns="0" rIns="0" bIns="0" rtlCol="0" anchor="t"/>
          <a:lstStyle/>
          <a:p>
            <a:pPr marL="0" indent="0" algn="ctr">
              <a:lnSpc>
                <a:spcPct val="104000"/>
              </a:lnSpc>
              <a:buNone/>
            </a:pPr>
            <a:r>
              <a:rPr lang="en-US" sz="1100" dirty="0">
                <a:solidFill>
                  <a:schemeClr val="bg1"/>
                </a:solidFill>
                <a:latin typeface="Roboto" panose="02000000000000000000" pitchFamily="2" charset="0"/>
                <a:ea typeface="Roboto" panose="02000000000000000000" pitchFamily="2" charset="0"/>
                <a:cs typeface="Roboto" panose="02000000000000000000" pitchFamily="2" charset="0"/>
              </a:rPr>
              <a:t>Simulation Based on python and AI</a:t>
            </a:r>
          </a:p>
        </p:txBody>
      </p:sp>
      <p:sp>
        <p:nvSpPr>
          <p:cNvPr id="35" name="TextBox 34">
            <a:extLst>
              <a:ext uri="{FF2B5EF4-FFF2-40B4-BE49-F238E27FC236}">
                <a16:creationId xmlns:a16="http://schemas.microsoft.com/office/drawing/2014/main" id="{F943B4A6-2F32-706B-6C02-5DB26FBC0EEF}"/>
              </a:ext>
            </a:extLst>
          </p:cNvPr>
          <p:cNvSpPr txBox="1"/>
          <p:nvPr/>
        </p:nvSpPr>
        <p:spPr>
          <a:xfrm>
            <a:off x="1" y="4890387"/>
            <a:ext cx="2875482" cy="1446550"/>
          </a:xfrm>
          <a:prstGeom prst="rect">
            <a:avLst/>
          </a:prstGeom>
          <a:noFill/>
        </p:spPr>
        <p:txBody>
          <a:bodyPr wrap="square">
            <a:spAutoFit/>
          </a:bodyPr>
          <a:lstStyle/>
          <a:p>
            <a:pPr algn="ctr"/>
            <a:r>
              <a:rPr lang="en-IN" sz="1100" dirty="0">
                <a:solidFill>
                  <a:srgbClr val="F15A2B"/>
                </a:solidFill>
                <a:latin typeface="Roboto" panose="02000000000000000000" pitchFamily="2" charset="0"/>
                <a:ea typeface="Roboto" panose="02000000000000000000" pitchFamily="2" charset="0"/>
                <a:cs typeface="Roboto" panose="02000000000000000000" pitchFamily="2" charset="0"/>
              </a:rPr>
              <a:t>AI was used to support code development for a Python simulation of wagon movement and basket flow through the CED line. The simulation visualizes the process and helps demonstrate where delays and stoppages affect basket movement.</a:t>
            </a:r>
          </a:p>
          <a:p>
            <a:pPr algn="ctr"/>
            <a:endParaRPr lang="en-IN" sz="1100" dirty="0">
              <a:solidFill>
                <a:srgbClr val="F15A2B"/>
              </a:solidFill>
              <a:latin typeface="Roboto" panose="02000000000000000000" pitchFamily="2" charset="0"/>
              <a:ea typeface="Roboto" panose="02000000000000000000" pitchFamily="2" charset="0"/>
              <a:cs typeface="Roboto" panose="02000000000000000000" pitchFamily="2" charset="0"/>
            </a:endParaRPr>
          </a:p>
        </p:txBody>
      </p:sp>
      <p:sp>
        <p:nvSpPr>
          <p:cNvPr id="38" name="Rectangle 37">
            <a:extLst>
              <a:ext uri="{FF2B5EF4-FFF2-40B4-BE49-F238E27FC236}">
                <a16:creationId xmlns:a16="http://schemas.microsoft.com/office/drawing/2014/main" id="{462DB5A1-A0DD-81DA-E971-03359A6A43FC}"/>
              </a:ext>
            </a:extLst>
          </p:cNvPr>
          <p:cNvSpPr/>
          <p:nvPr/>
        </p:nvSpPr>
        <p:spPr>
          <a:xfrm>
            <a:off x="91300" y="1183482"/>
            <a:ext cx="2692880" cy="138730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0" name="Rectangle 39">
            <a:extLst>
              <a:ext uri="{FF2B5EF4-FFF2-40B4-BE49-F238E27FC236}">
                <a16:creationId xmlns:a16="http://schemas.microsoft.com/office/drawing/2014/main" id="{DA3C2221-AB03-5C87-6938-7BB0ACE000CB}"/>
              </a:ext>
            </a:extLst>
          </p:cNvPr>
          <p:cNvSpPr/>
          <p:nvPr/>
        </p:nvSpPr>
        <p:spPr>
          <a:xfrm>
            <a:off x="91300" y="2843124"/>
            <a:ext cx="2692880" cy="138730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2" name="Rectangle 41">
            <a:extLst>
              <a:ext uri="{FF2B5EF4-FFF2-40B4-BE49-F238E27FC236}">
                <a16:creationId xmlns:a16="http://schemas.microsoft.com/office/drawing/2014/main" id="{C70D7633-C940-06DF-2635-6B4AA9EB43BE}"/>
              </a:ext>
            </a:extLst>
          </p:cNvPr>
          <p:cNvSpPr/>
          <p:nvPr/>
        </p:nvSpPr>
        <p:spPr>
          <a:xfrm>
            <a:off x="91300" y="4486852"/>
            <a:ext cx="2692880" cy="167164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45" name="Picture 44">
            <a:extLst>
              <a:ext uri="{FF2B5EF4-FFF2-40B4-BE49-F238E27FC236}">
                <a16:creationId xmlns:a16="http://schemas.microsoft.com/office/drawing/2014/main" id="{E9165312-8593-9F89-1F3C-84A5B609BDAE}"/>
              </a:ext>
            </a:extLst>
          </p:cNvPr>
          <p:cNvPicPr>
            <a:picLocks noChangeAspect="1"/>
          </p:cNvPicPr>
          <p:nvPr/>
        </p:nvPicPr>
        <p:blipFill>
          <a:blip r:embed="rId5"/>
          <a:stretch>
            <a:fillRect/>
          </a:stretch>
        </p:blipFill>
        <p:spPr>
          <a:xfrm>
            <a:off x="9386282" y="1449538"/>
            <a:ext cx="2471363" cy="1333448"/>
          </a:xfrm>
          <a:prstGeom prst="rect">
            <a:avLst/>
          </a:prstGeom>
          <a:ln>
            <a:solidFill>
              <a:srgbClr val="F3592E"/>
            </a:solidFill>
          </a:ln>
        </p:spPr>
      </p:pic>
      <p:pic>
        <p:nvPicPr>
          <p:cNvPr id="47" name="Picture 46">
            <a:extLst>
              <a:ext uri="{FF2B5EF4-FFF2-40B4-BE49-F238E27FC236}">
                <a16:creationId xmlns:a16="http://schemas.microsoft.com/office/drawing/2014/main" id="{E3F74BD1-0ACF-D60E-3243-F78DA96D66E7}"/>
              </a:ext>
            </a:extLst>
          </p:cNvPr>
          <p:cNvPicPr>
            <a:picLocks noChangeAspect="1"/>
          </p:cNvPicPr>
          <p:nvPr/>
        </p:nvPicPr>
        <p:blipFill>
          <a:blip r:embed="rId6"/>
          <a:stretch>
            <a:fillRect/>
          </a:stretch>
        </p:blipFill>
        <p:spPr>
          <a:xfrm>
            <a:off x="6572598" y="1439778"/>
            <a:ext cx="2391033" cy="1333449"/>
          </a:xfrm>
          <a:prstGeom prst="rect">
            <a:avLst/>
          </a:prstGeom>
          <a:ln>
            <a:solidFill>
              <a:srgbClr val="F3592E"/>
            </a:solidFill>
          </a:ln>
        </p:spPr>
      </p:pic>
      <p:sp>
        <p:nvSpPr>
          <p:cNvPr id="51" name="Isosceles Triangle 50">
            <a:extLst>
              <a:ext uri="{FF2B5EF4-FFF2-40B4-BE49-F238E27FC236}">
                <a16:creationId xmlns:a16="http://schemas.microsoft.com/office/drawing/2014/main" id="{733C3067-8485-BEFD-94D8-2941852F4EF3}"/>
              </a:ext>
            </a:extLst>
          </p:cNvPr>
          <p:cNvSpPr/>
          <p:nvPr/>
        </p:nvSpPr>
        <p:spPr>
          <a:xfrm rot="10800000">
            <a:off x="2745960" y="2652008"/>
            <a:ext cx="172911" cy="130977"/>
          </a:xfrm>
          <a:prstGeom prst="triangle">
            <a:avLst/>
          </a:prstGeom>
          <a:ln>
            <a:solidFill>
              <a:srgbClr val="F3592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3" name="Isosceles Triangle 52">
            <a:extLst>
              <a:ext uri="{FF2B5EF4-FFF2-40B4-BE49-F238E27FC236}">
                <a16:creationId xmlns:a16="http://schemas.microsoft.com/office/drawing/2014/main" id="{2D454D5C-1216-6AD5-5572-AB516573443B}"/>
              </a:ext>
            </a:extLst>
          </p:cNvPr>
          <p:cNvSpPr/>
          <p:nvPr/>
        </p:nvSpPr>
        <p:spPr>
          <a:xfrm rot="10800000">
            <a:off x="2760710" y="4308744"/>
            <a:ext cx="172911" cy="130977"/>
          </a:xfrm>
          <a:prstGeom prst="triangle">
            <a:avLst/>
          </a:prstGeom>
          <a:ln>
            <a:solidFill>
              <a:srgbClr val="F3592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5" name="TextBox 54">
            <a:extLst>
              <a:ext uri="{FF2B5EF4-FFF2-40B4-BE49-F238E27FC236}">
                <a16:creationId xmlns:a16="http://schemas.microsoft.com/office/drawing/2014/main" id="{38893AAE-3BDE-F31D-6051-D2E087D673E8}"/>
              </a:ext>
            </a:extLst>
          </p:cNvPr>
          <p:cNvSpPr txBox="1"/>
          <p:nvPr/>
        </p:nvSpPr>
        <p:spPr>
          <a:xfrm>
            <a:off x="8390643" y="2868487"/>
            <a:ext cx="1545140" cy="259686"/>
          </a:xfrm>
          <a:prstGeom prst="rect">
            <a:avLst/>
          </a:prstGeom>
          <a:noFill/>
        </p:spPr>
        <p:txBody>
          <a:bodyPr wrap="square">
            <a:spAutoFit/>
          </a:bodyPr>
          <a:lstStyle/>
          <a:p>
            <a:pPr marL="0" indent="0" algn="ctr">
              <a:lnSpc>
                <a:spcPct val="104000"/>
              </a:lnSpc>
              <a:buNone/>
            </a:pPr>
            <a:r>
              <a:rPr lang="en-US" sz="1100" dirty="0">
                <a:solidFill>
                  <a:schemeClr val="bg1"/>
                </a:solidFill>
                <a:latin typeface="Roboto" panose="02000000000000000000" pitchFamily="2" charset="0"/>
                <a:ea typeface="Roboto" panose="02000000000000000000" pitchFamily="2" charset="0"/>
                <a:cs typeface="Roboto" panose="02000000000000000000" pitchFamily="2" charset="0"/>
              </a:rPr>
              <a:t>Data Collection</a:t>
            </a:r>
          </a:p>
        </p:txBody>
      </p:sp>
      <p:sp>
        <p:nvSpPr>
          <p:cNvPr id="57" name="Text 3">
            <a:extLst>
              <a:ext uri="{FF2B5EF4-FFF2-40B4-BE49-F238E27FC236}">
                <a16:creationId xmlns:a16="http://schemas.microsoft.com/office/drawing/2014/main" id="{E7D0F6A8-C393-47F3-08AC-D6670C79A083}"/>
              </a:ext>
            </a:extLst>
          </p:cNvPr>
          <p:cNvSpPr/>
          <p:nvPr/>
        </p:nvSpPr>
        <p:spPr>
          <a:xfrm>
            <a:off x="6097214" y="3145720"/>
            <a:ext cx="6094783" cy="540726"/>
          </a:xfrm>
          <a:prstGeom prst="rect">
            <a:avLst/>
          </a:prstGeom>
          <a:noFill/>
          <a:ln/>
        </p:spPr>
        <p:txBody>
          <a:bodyPr wrap="square" lIns="0" tIns="0" rIns="0" bIns="0" rtlCol="0" anchor="t">
            <a:noAutofit/>
          </a:bodyPr>
          <a:lstStyle/>
          <a:p>
            <a:pPr marL="0" indent="0" algn="ctr">
              <a:buNone/>
            </a:pPr>
            <a:r>
              <a:rPr lang="en-IN" sz="1100" dirty="0">
                <a:solidFill>
                  <a:srgbClr val="F15A2B"/>
                </a:solidFill>
              </a:rPr>
              <a:t>Manpower activities and times were recorded and mapped in a Gantt chart.</a:t>
            </a:r>
            <a:endParaRPr lang="en-US" sz="1100" dirty="0">
              <a:solidFill>
                <a:srgbClr val="F15A2B"/>
              </a:solidFill>
              <a:latin typeface="Roboto" panose="02000000000000000000" pitchFamily="2" charset="0"/>
              <a:ea typeface="Roboto" panose="02000000000000000000" pitchFamily="2" charset="0"/>
              <a:cs typeface="Roboto" panose="02000000000000000000" pitchFamily="2" charset="0"/>
            </a:endParaRPr>
          </a:p>
        </p:txBody>
      </p:sp>
      <p:pic>
        <p:nvPicPr>
          <p:cNvPr id="59" name="Picture 58">
            <a:extLst>
              <a:ext uri="{FF2B5EF4-FFF2-40B4-BE49-F238E27FC236}">
                <a16:creationId xmlns:a16="http://schemas.microsoft.com/office/drawing/2014/main" id="{CF35E223-572E-CBFD-B62D-2404F03730A0}"/>
              </a:ext>
            </a:extLst>
          </p:cNvPr>
          <p:cNvPicPr>
            <a:picLocks noChangeAspect="1"/>
          </p:cNvPicPr>
          <p:nvPr/>
        </p:nvPicPr>
        <p:blipFill>
          <a:blip r:embed="rId7"/>
          <a:stretch>
            <a:fillRect/>
          </a:stretch>
        </p:blipFill>
        <p:spPr>
          <a:xfrm>
            <a:off x="7376165" y="3596726"/>
            <a:ext cx="3484868" cy="1562689"/>
          </a:xfrm>
          <a:prstGeom prst="rect">
            <a:avLst/>
          </a:prstGeom>
        </p:spPr>
      </p:pic>
      <p:sp>
        <p:nvSpPr>
          <p:cNvPr id="63" name="TextBox 62">
            <a:extLst>
              <a:ext uri="{FF2B5EF4-FFF2-40B4-BE49-F238E27FC236}">
                <a16:creationId xmlns:a16="http://schemas.microsoft.com/office/drawing/2014/main" id="{F8A506C5-84DD-0D5C-FE6C-ABC081555267}"/>
              </a:ext>
            </a:extLst>
          </p:cNvPr>
          <p:cNvSpPr txBox="1"/>
          <p:nvPr/>
        </p:nvSpPr>
        <p:spPr>
          <a:xfrm>
            <a:off x="7647087" y="5373435"/>
            <a:ext cx="2866353" cy="259686"/>
          </a:xfrm>
          <a:prstGeom prst="rect">
            <a:avLst/>
          </a:prstGeom>
          <a:noFill/>
        </p:spPr>
        <p:txBody>
          <a:bodyPr wrap="square">
            <a:spAutoFit/>
          </a:bodyPr>
          <a:lstStyle/>
          <a:p>
            <a:pPr marL="0" indent="0" algn="ctr">
              <a:lnSpc>
                <a:spcPct val="104000"/>
              </a:lnSpc>
              <a:buNone/>
            </a:pPr>
            <a:r>
              <a:rPr lang="en-US" sz="1100" dirty="0">
                <a:solidFill>
                  <a:schemeClr val="bg1"/>
                </a:solidFill>
                <a:latin typeface="Roboto" panose="02000000000000000000" pitchFamily="2" charset="0"/>
                <a:ea typeface="Roboto" panose="02000000000000000000" pitchFamily="2" charset="0"/>
                <a:cs typeface="Roboto" panose="02000000000000000000" pitchFamily="2" charset="0"/>
              </a:rPr>
              <a:t>Layout Mapping</a:t>
            </a:r>
          </a:p>
        </p:txBody>
      </p:sp>
      <p:sp>
        <p:nvSpPr>
          <p:cNvPr id="897" name="Text 3">
            <a:extLst>
              <a:ext uri="{FF2B5EF4-FFF2-40B4-BE49-F238E27FC236}">
                <a16:creationId xmlns:a16="http://schemas.microsoft.com/office/drawing/2014/main" id="{976258A7-1944-4721-B34C-65D8CEEE78C1}"/>
              </a:ext>
            </a:extLst>
          </p:cNvPr>
          <p:cNvSpPr/>
          <p:nvPr/>
        </p:nvSpPr>
        <p:spPr>
          <a:xfrm>
            <a:off x="6837440" y="5692905"/>
            <a:ext cx="4627889" cy="409575"/>
          </a:xfrm>
          <a:prstGeom prst="rect">
            <a:avLst/>
          </a:prstGeom>
          <a:noFill/>
          <a:ln>
            <a:noFill/>
          </a:ln>
        </p:spPr>
        <p:txBody>
          <a:bodyPr wrap="square" lIns="0" tIns="0" rIns="0" bIns="0" rtlCol="0" anchor="t">
            <a:noAutofit/>
          </a:bodyPr>
          <a:lstStyle/>
          <a:p>
            <a:pPr marL="0" indent="0" algn="ctr">
              <a:buNone/>
            </a:pPr>
            <a:r>
              <a:rPr lang="en-IN" sz="1100" dirty="0">
                <a:solidFill>
                  <a:srgbClr val="F15A2B"/>
                </a:solidFill>
              </a:rPr>
              <a:t>The mapped layout provides the basis for As-is mapping will be used for  simulating the movement of Trolley through various station.</a:t>
            </a:r>
            <a:endParaRPr lang="en-US" sz="1100" dirty="0">
              <a:solidFill>
                <a:srgbClr val="F15A2B"/>
              </a:solidFill>
              <a:latin typeface="Roboto" panose="02000000000000000000" pitchFamily="2" charset="0"/>
              <a:ea typeface="Roboto" panose="02000000000000000000" pitchFamily="2" charset="0"/>
              <a:cs typeface="Roboto" panose="02000000000000000000" pitchFamily="2" charset="0"/>
            </a:endParaRPr>
          </a:p>
        </p:txBody>
      </p:sp>
      <p:sp>
        <p:nvSpPr>
          <p:cNvPr id="901" name="Rectangle 900">
            <a:extLst>
              <a:ext uri="{FF2B5EF4-FFF2-40B4-BE49-F238E27FC236}">
                <a16:creationId xmlns:a16="http://schemas.microsoft.com/office/drawing/2014/main" id="{13877238-66D6-8596-8F9C-5BD1449BAAD8}"/>
              </a:ext>
            </a:extLst>
          </p:cNvPr>
          <p:cNvSpPr/>
          <p:nvPr/>
        </p:nvSpPr>
        <p:spPr>
          <a:xfrm>
            <a:off x="6298056" y="5251515"/>
            <a:ext cx="5802641" cy="98449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06" name="Rectangle 905">
            <a:extLst>
              <a:ext uri="{FF2B5EF4-FFF2-40B4-BE49-F238E27FC236}">
                <a16:creationId xmlns:a16="http://schemas.microsoft.com/office/drawing/2014/main" id="{48C5F711-D3D8-7A6D-0ED8-0437D86E7878}"/>
              </a:ext>
            </a:extLst>
          </p:cNvPr>
          <p:cNvSpPr/>
          <p:nvPr/>
        </p:nvSpPr>
        <p:spPr>
          <a:xfrm>
            <a:off x="6267576" y="2843595"/>
            <a:ext cx="5802641" cy="69123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10" name="Title 1">
            <a:extLst>
              <a:ext uri="{FF2B5EF4-FFF2-40B4-BE49-F238E27FC236}">
                <a16:creationId xmlns:a16="http://schemas.microsoft.com/office/drawing/2014/main" id="{E18E2B35-7031-8342-FACA-D766E638E9F9}"/>
              </a:ext>
            </a:extLst>
          </p:cNvPr>
          <p:cNvSpPr txBox="1">
            <a:spLocks/>
          </p:cNvSpPr>
          <p:nvPr/>
        </p:nvSpPr>
        <p:spPr bwMode="auto">
          <a:xfrm>
            <a:off x="452257" y="364490"/>
            <a:ext cx="11630638" cy="26161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r" rtl="0" eaLnBrk="1" fontAlgn="base" hangingPunct="1">
              <a:spcBef>
                <a:spcPct val="0"/>
              </a:spcBef>
              <a:spcAft>
                <a:spcPct val="0"/>
              </a:spcAft>
              <a:defRPr sz="2400" b="1">
                <a:solidFill>
                  <a:schemeClr val="tx1"/>
                </a:solidFill>
                <a:latin typeface="+mj-lt"/>
                <a:ea typeface="+mj-ea"/>
                <a:cs typeface="+mj-cs"/>
              </a:defRPr>
            </a:lvl1pPr>
            <a:lvl2pPr algn="r" rtl="0" eaLnBrk="1" fontAlgn="base" hangingPunct="1">
              <a:spcBef>
                <a:spcPct val="0"/>
              </a:spcBef>
              <a:spcAft>
                <a:spcPct val="0"/>
              </a:spcAft>
              <a:defRPr sz="2400" b="1">
                <a:solidFill>
                  <a:schemeClr val="tx1"/>
                </a:solidFill>
                <a:latin typeface="Arial" charset="0"/>
              </a:defRPr>
            </a:lvl2pPr>
            <a:lvl3pPr algn="r" rtl="0" eaLnBrk="1" fontAlgn="base" hangingPunct="1">
              <a:spcBef>
                <a:spcPct val="0"/>
              </a:spcBef>
              <a:spcAft>
                <a:spcPct val="0"/>
              </a:spcAft>
              <a:defRPr sz="2400" b="1">
                <a:solidFill>
                  <a:schemeClr val="tx1"/>
                </a:solidFill>
                <a:latin typeface="Arial" charset="0"/>
              </a:defRPr>
            </a:lvl3pPr>
            <a:lvl4pPr algn="r" rtl="0" eaLnBrk="1" fontAlgn="base" hangingPunct="1">
              <a:spcBef>
                <a:spcPct val="0"/>
              </a:spcBef>
              <a:spcAft>
                <a:spcPct val="0"/>
              </a:spcAft>
              <a:defRPr sz="2400" b="1">
                <a:solidFill>
                  <a:schemeClr val="tx1"/>
                </a:solidFill>
                <a:latin typeface="Arial" charset="0"/>
              </a:defRPr>
            </a:lvl4pPr>
            <a:lvl5pPr algn="r" rtl="0" eaLnBrk="1" fontAlgn="base" hangingPunct="1">
              <a:spcBef>
                <a:spcPct val="0"/>
              </a:spcBef>
              <a:spcAft>
                <a:spcPct val="0"/>
              </a:spcAft>
              <a:defRPr sz="2400" b="1">
                <a:solidFill>
                  <a:schemeClr val="tx1"/>
                </a:solidFill>
                <a:latin typeface="Arial" charset="0"/>
              </a:defRPr>
            </a:lvl5pPr>
            <a:lvl6pPr marL="457189" algn="r" rtl="0" eaLnBrk="1" fontAlgn="base" hangingPunct="1">
              <a:spcBef>
                <a:spcPct val="0"/>
              </a:spcBef>
              <a:spcAft>
                <a:spcPct val="0"/>
              </a:spcAft>
              <a:defRPr sz="2400" b="1">
                <a:solidFill>
                  <a:schemeClr val="tx1"/>
                </a:solidFill>
                <a:latin typeface="Arial" charset="0"/>
              </a:defRPr>
            </a:lvl6pPr>
            <a:lvl7pPr marL="914377" algn="r" rtl="0" eaLnBrk="1" fontAlgn="base" hangingPunct="1">
              <a:spcBef>
                <a:spcPct val="0"/>
              </a:spcBef>
              <a:spcAft>
                <a:spcPct val="0"/>
              </a:spcAft>
              <a:defRPr sz="2400" b="1">
                <a:solidFill>
                  <a:schemeClr val="tx1"/>
                </a:solidFill>
                <a:latin typeface="Arial" charset="0"/>
              </a:defRPr>
            </a:lvl7pPr>
            <a:lvl8pPr marL="1371566" algn="r" rtl="0" eaLnBrk="1" fontAlgn="base" hangingPunct="1">
              <a:spcBef>
                <a:spcPct val="0"/>
              </a:spcBef>
              <a:spcAft>
                <a:spcPct val="0"/>
              </a:spcAft>
              <a:defRPr sz="2400" b="1">
                <a:solidFill>
                  <a:schemeClr val="tx1"/>
                </a:solidFill>
                <a:latin typeface="Arial" charset="0"/>
              </a:defRPr>
            </a:lvl8pPr>
            <a:lvl9pPr marL="1828754" algn="r" rtl="0" eaLnBrk="1" fontAlgn="base" hangingPunct="1">
              <a:spcBef>
                <a:spcPct val="0"/>
              </a:spcBef>
              <a:spcAft>
                <a:spcPct val="0"/>
              </a:spcAft>
              <a:defRPr sz="2400" b="1">
                <a:solidFill>
                  <a:schemeClr val="tx1"/>
                </a:solidFill>
                <a:latin typeface="Arial" charset="0"/>
              </a:defRPr>
            </a:lvl9pPr>
          </a:lstStyle>
          <a:p>
            <a:pPr algn="l"/>
            <a:r>
              <a:rPr lang="en-US" kern="0" dirty="0">
                <a:solidFill>
                  <a:schemeClr val="bg1"/>
                </a:solidFill>
                <a:latin typeface="Times New Roman" panose="02020603050405020304" pitchFamily="18" charset="0"/>
                <a:cs typeface="Times New Roman" panose="02020603050405020304" pitchFamily="18" charset="0"/>
              </a:rPr>
              <a:t>Overall Internship Exposure (</a:t>
            </a:r>
            <a:r>
              <a:rPr lang="en-US" kern="0" dirty="0">
                <a:solidFill>
                  <a:srgbClr val="F3592E"/>
                </a:solidFill>
                <a:latin typeface="Times New Roman" panose="02020603050405020304" pitchFamily="18" charset="0"/>
                <a:cs typeface="Times New Roman" panose="02020603050405020304" pitchFamily="18" charset="0"/>
              </a:rPr>
              <a:t>SKH Pune</a:t>
            </a:r>
            <a:r>
              <a:rPr lang="en-US" kern="0" dirty="0">
                <a:solidFill>
                  <a:schemeClr val="bg1"/>
                </a:solidFill>
                <a:latin typeface="Times New Roman" panose="02020603050405020304" pitchFamily="18" charset="0"/>
                <a:cs typeface="Times New Roman" panose="02020603050405020304" pitchFamily="18" charset="0"/>
              </a:rPr>
              <a:t>) | Key Assignments &amp; Deliverables</a:t>
            </a:r>
          </a:p>
        </p:txBody>
      </p:sp>
    </p:spTree>
    <p:extLst>
      <p:ext uri="{BB962C8B-B14F-4D97-AF65-F5344CB8AC3E}">
        <p14:creationId xmlns:p14="http://schemas.microsoft.com/office/powerpoint/2010/main" val="11256375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DAC6E7-48E6-C7B0-B100-F83084250D36}"/>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B0C5CA75-9E98-3ABF-2574-F91D6C156DB9}"/>
              </a:ext>
            </a:extLst>
          </p:cNvPr>
          <p:cNvSpPr/>
          <p:nvPr/>
        </p:nvSpPr>
        <p:spPr>
          <a:xfrm>
            <a:off x="11346426" y="6533103"/>
            <a:ext cx="265471" cy="251383"/>
          </a:xfrm>
          <a:prstGeom prst="rect">
            <a:avLst/>
          </a:prstGeom>
          <a:solidFill>
            <a:srgbClr val="D840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Times New Roman" panose="02020603050405020304" pitchFamily="18" charset="0"/>
              <a:cs typeface="Times New Roman" panose="02020603050405020304" pitchFamily="18" charset="0"/>
            </a:endParaRPr>
          </a:p>
        </p:txBody>
      </p:sp>
      <p:sp>
        <p:nvSpPr>
          <p:cNvPr id="935" name="Slide Number Placeholder 5">
            <a:extLst>
              <a:ext uri="{FF2B5EF4-FFF2-40B4-BE49-F238E27FC236}">
                <a16:creationId xmlns:a16="http://schemas.microsoft.com/office/drawing/2014/main" id="{58696840-62A4-9D15-8301-34132011302A}"/>
              </a:ext>
            </a:extLst>
          </p:cNvPr>
          <p:cNvSpPr txBox="1">
            <a:spLocks/>
          </p:cNvSpPr>
          <p:nvPr/>
        </p:nvSpPr>
        <p:spPr>
          <a:xfrm>
            <a:off x="11264900" y="6523271"/>
            <a:ext cx="431800" cy="251383"/>
          </a:xfrm>
          <a:prstGeom prst="rect">
            <a:avLst/>
          </a:prstGeom>
        </p:spPr>
        <p:txBody>
          <a:bodyPr/>
          <a:lstStyle>
            <a:defPPr>
              <a:defRPr lang="en-US"/>
            </a:defPPr>
            <a:lvl1pPr marL="0" algn="ctr" defTabSz="914400" rtl="0" eaLnBrk="1" latinLnBrk="0" hangingPunct="1">
              <a:defRPr sz="1200" kern="1200">
                <a:solidFill>
                  <a:schemeClr val="bg1"/>
                </a:solidFill>
                <a:latin typeface="Inter SemiBold" panose="02000503000000020004" pitchFamily="2" charset="0"/>
                <a:ea typeface="Inter SemiBold" panose="02000503000000020004" pitchFamily="2" charset="0"/>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718DE92-95F6-42AE-AC51-BE8D9B4D4C75}" type="slidenum">
              <a:rPr lang="en-US" smtClean="0">
                <a:latin typeface="Arial" panose="020B0604020202020204" pitchFamily="34" charset="0"/>
                <a:cs typeface="Arial" panose="020B0604020202020204" pitchFamily="34" charset="0"/>
              </a:rPr>
              <a:pPr/>
              <a:t>7</a:t>
            </a:fld>
            <a:endParaRPr lang="en-US" dirty="0">
              <a:latin typeface="Arial" panose="020B0604020202020204" pitchFamily="34" charset="0"/>
              <a:cs typeface="Arial" panose="020B0604020202020204" pitchFamily="34" charset="0"/>
            </a:endParaRPr>
          </a:p>
        </p:txBody>
      </p:sp>
      <p:sp>
        <p:nvSpPr>
          <p:cNvPr id="4" name="Title 1">
            <a:extLst>
              <a:ext uri="{FF2B5EF4-FFF2-40B4-BE49-F238E27FC236}">
                <a16:creationId xmlns:a16="http://schemas.microsoft.com/office/drawing/2014/main" id="{92034E3E-9C01-31A7-BC8E-19132F35CB80}"/>
              </a:ext>
            </a:extLst>
          </p:cNvPr>
          <p:cNvSpPr txBox="1">
            <a:spLocks/>
          </p:cNvSpPr>
          <p:nvPr/>
        </p:nvSpPr>
        <p:spPr bwMode="auto">
          <a:xfrm>
            <a:off x="528320" y="177124"/>
            <a:ext cx="10818106" cy="715962"/>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r" rtl="0" eaLnBrk="1" fontAlgn="base" hangingPunct="1">
              <a:spcBef>
                <a:spcPct val="0"/>
              </a:spcBef>
              <a:spcAft>
                <a:spcPct val="0"/>
              </a:spcAft>
              <a:defRPr sz="2400" b="1">
                <a:solidFill>
                  <a:schemeClr val="tx1"/>
                </a:solidFill>
                <a:latin typeface="+mj-lt"/>
                <a:ea typeface="+mj-ea"/>
                <a:cs typeface="+mj-cs"/>
              </a:defRPr>
            </a:lvl1pPr>
            <a:lvl2pPr algn="r" rtl="0" eaLnBrk="1" fontAlgn="base" hangingPunct="1">
              <a:spcBef>
                <a:spcPct val="0"/>
              </a:spcBef>
              <a:spcAft>
                <a:spcPct val="0"/>
              </a:spcAft>
              <a:defRPr sz="2400" b="1">
                <a:solidFill>
                  <a:schemeClr val="tx1"/>
                </a:solidFill>
                <a:latin typeface="Arial" charset="0"/>
              </a:defRPr>
            </a:lvl2pPr>
            <a:lvl3pPr algn="r" rtl="0" eaLnBrk="1" fontAlgn="base" hangingPunct="1">
              <a:spcBef>
                <a:spcPct val="0"/>
              </a:spcBef>
              <a:spcAft>
                <a:spcPct val="0"/>
              </a:spcAft>
              <a:defRPr sz="2400" b="1">
                <a:solidFill>
                  <a:schemeClr val="tx1"/>
                </a:solidFill>
                <a:latin typeface="Arial" charset="0"/>
              </a:defRPr>
            </a:lvl3pPr>
            <a:lvl4pPr algn="r" rtl="0" eaLnBrk="1" fontAlgn="base" hangingPunct="1">
              <a:spcBef>
                <a:spcPct val="0"/>
              </a:spcBef>
              <a:spcAft>
                <a:spcPct val="0"/>
              </a:spcAft>
              <a:defRPr sz="2400" b="1">
                <a:solidFill>
                  <a:schemeClr val="tx1"/>
                </a:solidFill>
                <a:latin typeface="Arial" charset="0"/>
              </a:defRPr>
            </a:lvl4pPr>
            <a:lvl5pPr algn="r" rtl="0" eaLnBrk="1" fontAlgn="base" hangingPunct="1">
              <a:spcBef>
                <a:spcPct val="0"/>
              </a:spcBef>
              <a:spcAft>
                <a:spcPct val="0"/>
              </a:spcAft>
              <a:defRPr sz="2400" b="1">
                <a:solidFill>
                  <a:schemeClr val="tx1"/>
                </a:solidFill>
                <a:latin typeface="Arial" charset="0"/>
              </a:defRPr>
            </a:lvl5pPr>
            <a:lvl6pPr marL="457189" algn="r" rtl="0" eaLnBrk="1" fontAlgn="base" hangingPunct="1">
              <a:spcBef>
                <a:spcPct val="0"/>
              </a:spcBef>
              <a:spcAft>
                <a:spcPct val="0"/>
              </a:spcAft>
              <a:defRPr sz="2400" b="1">
                <a:solidFill>
                  <a:schemeClr val="tx1"/>
                </a:solidFill>
                <a:latin typeface="Arial" charset="0"/>
              </a:defRPr>
            </a:lvl6pPr>
            <a:lvl7pPr marL="914377" algn="r" rtl="0" eaLnBrk="1" fontAlgn="base" hangingPunct="1">
              <a:spcBef>
                <a:spcPct val="0"/>
              </a:spcBef>
              <a:spcAft>
                <a:spcPct val="0"/>
              </a:spcAft>
              <a:defRPr sz="2400" b="1">
                <a:solidFill>
                  <a:schemeClr val="tx1"/>
                </a:solidFill>
                <a:latin typeface="Arial" charset="0"/>
              </a:defRPr>
            </a:lvl7pPr>
            <a:lvl8pPr marL="1371566" algn="r" rtl="0" eaLnBrk="1" fontAlgn="base" hangingPunct="1">
              <a:spcBef>
                <a:spcPct val="0"/>
              </a:spcBef>
              <a:spcAft>
                <a:spcPct val="0"/>
              </a:spcAft>
              <a:defRPr sz="2400" b="1">
                <a:solidFill>
                  <a:schemeClr val="tx1"/>
                </a:solidFill>
                <a:latin typeface="Arial" charset="0"/>
              </a:defRPr>
            </a:lvl8pPr>
            <a:lvl9pPr marL="1828754" algn="r" rtl="0" eaLnBrk="1" fontAlgn="base" hangingPunct="1">
              <a:spcBef>
                <a:spcPct val="0"/>
              </a:spcBef>
              <a:spcAft>
                <a:spcPct val="0"/>
              </a:spcAft>
              <a:defRPr sz="2400" b="1">
                <a:solidFill>
                  <a:schemeClr val="tx1"/>
                </a:solidFill>
                <a:latin typeface="Arial" charset="0"/>
              </a:defRPr>
            </a:lvl9pPr>
          </a:lstStyle>
          <a:p>
            <a:pPr algn="l">
              <a:lnSpc>
                <a:spcPct val="100000"/>
              </a:lnSpc>
            </a:pPr>
            <a:r>
              <a:rPr lang="en-IN" sz="2800" dirty="0">
                <a:solidFill>
                  <a:schemeClr val="bg1"/>
                </a:solidFill>
                <a:effectLst/>
                <a:latin typeface="Times New Roman" panose="02020603050405020304" pitchFamily="18" charset="0"/>
                <a:ea typeface="Times New Roman" panose="02020603050405020304" pitchFamily="18" charset="0"/>
              </a:rPr>
              <a:t>Key Learnings: </a:t>
            </a:r>
            <a:r>
              <a:rPr lang="en-IN" sz="2800" dirty="0">
                <a:solidFill>
                  <a:srgbClr val="F3592E"/>
                </a:solidFill>
                <a:latin typeface="Times New Roman" panose="02020603050405020304" pitchFamily="18" charset="0"/>
                <a:cs typeface="Times New Roman" panose="02020603050405020304" pitchFamily="18" charset="0"/>
              </a:rPr>
              <a:t>From Shop-Floor Observation to Improvement</a:t>
            </a:r>
            <a:endParaRPr lang="en-IN" sz="2800" dirty="0">
              <a:solidFill>
                <a:srgbClr val="F3592E"/>
              </a:solidFill>
              <a:effectLst/>
              <a:latin typeface="Times New Roman" panose="02020603050405020304" pitchFamily="18" charset="0"/>
              <a:ea typeface="Arial" panose="020B0604020202020204" pitchFamily="34" charset="0"/>
              <a:cs typeface="Times New Roman" panose="02020603050405020304" pitchFamily="18" charset="0"/>
            </a:endParaRPr>
          </a:p>
        </p:txBody>
      </p:sp>
      <p:sp>
        <p:nvSpPr>
          <p:cNvPr id="3" name="TextBox 2">
            <a:extLst>
              <a:ext uri="{FF2B5EF4-FFF2-40B4-BE49-F238E27FC236}">
                <a16:creationId xmlns:a16="http://schemas.microsoft.com/office/drawing/2014/main" id="{B4CCE7BD-6D7F-63C4-1CDA-3699DF024599}"/>
              </a:ext>
            </a:extLst>
          </p:cNvPr>
          <p:cNvSpPr txBox="1"/>
          <p:nvPr/>
        </p:nvSpPr>
        <p:spPr>
          <a:xfrm>
            <a:off x="2306089" y="6236007"/>
            <a:ext cx="7526169" cy="261610"/>
          </a:xfrm>
          <a:prstGeom prst="rect">
            <a:avLst/>
          </a:prstGeom>
          <a:noFill/>
        </p:spPr>
        <p:txBody>
          <a:bodyPr wrap="square" rtlCol="0">
            <a:spAutoFit/>
          </a:bodyPr>
          <a:lstStyle/>
          <a:p>
            <a:pPr algn="ctr"/>
            <a:r>
              <a:rPr lang="en-US" sz="1100" b="1" dirty="0">
                <a:solidFill>
                  <a:schemeClr val="bg1"/>
                </a:solidFill>
              </a:rPr>
              <a:t>Innovation &amp; Excellence   I   Customer Delight   I   Ownership   I    Respect, Fairness &amp; Transparency </a:t>
            </a:r>
            <a:endParaRPr lang="en-IN" sz="1100" b="1" dirty="0">
              <a:solidFill>
                <a:schemeClr val="bg1"/>
              </a:solidFill>
            </a:endParaRPr>
          </a:p>
        </p:txBody>
      </p:sp>
      <p:sp>
        <p:nvSpPr>
          <p:cNvPr id="7" name="Text 1">
            <a:extLst>
              <a:ext uri="{FF2B5EF4-FFF2-40B4-BE49-F238E27FC236}">
                <a16:creationId xmlns:a16="http://schemas.microsoft.com/office/drawing/2014/main" id="{221B83DE-801B-BDD8-E4EF-3144A1BA65C0}"/>
              </a:ext>
            </a:extLst>
          </p:cNvPr>
          <p:cNvSpPr/>
          <p:nvPr/>
        </p:nvSpPr>
        <p:spPr>
          <a:xfrm>
            <a:off x="58197" y="844639"/>
            <a:ext cx="1128825" cy="395492"/>
          </a:xfrm>
          <a:prstGeom prst="rect">
            <a:avLst/>
          </a:prstGeom>
          <a:noFill/>
          <a:ln/>
        </p:spPr>
        <p:txBody>
          <a:bodyPr wrap="square" lIns="0" tIns="0" rIns="0" bIns="0" rtlCol="0" anchor="ctr"/>
          <a:lstStyle/>
          <a:p>
            <a:pPr algn="ctr">
              <a:lnSpc>
                <a:spcPct val="104000"/>
              </a:lnSpc>
            </a:pPr>
            <a:r>
              <a:rPr lang="en-US" sz="1600" u="sng" dirty="0">
                <a:solidFill>
                  <a:schemeClr val="bg1"/>
                </a:solidFill>
              </a:rPr>
              <a:t>Takeaway:</a:t>
            </a:r>
            <a:endParaRPr lang="en-US" sz="2400" u="sng" dirty="0">
              <a:solidFill>
                <a:schemeClr val="bg1"/>
              </a:solidFill>
            </a:endParaRPr>
          </a:p>
        </p:txBody>
      </p:sp>
      <p:sp>
        <p:nvSpPr>
          <p:cNvPr id="9" name="TextBox 8">
            <a:extLst>
              <a:ext uri="{FF2B5EF4-FFF2-40B4-BE49-F238E27FC236}">
                <a16:creationId xmlns:a16="http://schemas.microsoft.com/office/drawing/2014/main" id="{06560454-5981-D29B-7A5F-443BF8A0C022}"/>
              </a:ext>
            </a:extLst>
          </p:cNvPr>
          <p:cNvSpPr txBox="1"/>
          <p:nvPr/>
        </p:nvSpPr>
        <p:spPr>
          <a:xfrm>
            <a:off x="-11587" y="1241880"/>
            <a:ext cx="12191999" cy="923330"/>
          </a:xfrm>
          <a:prstGeom prst="rect">
            <a:avLst/>
          </a:prstGeom>
          <a:noFill/>
        </p:spPr>
        <p:txBody>
          <a:bodyPr wrap="square">
            <a:spAutoFit/>
          </a:bodyPr>
          <a:lstStyle/>
          <a:p>
            <a:r>
              <a:rPr lang="en-IN" dirty="0">
                <a:solidFill>
                  <a:srgbClr val="F3592E"/>
                </a:solidFill>
                <a:latin typeface="Roboto" panose="02000000000000000000" pitchFamily="2" charset="0"/>
                <a:ea typeface="Roboto" panose="02000000000000000000" pitchFamily="2" charset="0"/>
                <a:cs typeface="Roboto" panose="02000000000000000000" pitchFamily="2" charset="0"/>
              </a:rPr>
              <a:t>I learned that meaningful process improvement starts with observing the work, measuring it, and validating what the data shows. Mapping, time studies, and simulation helped me connect shop-floor activity with delays, bottlenecks, and improvement opportunities.</a:t>
            </a:r>
          </a:p>
        </p:txBody>
      </p:sp>
      <p:graphicFrame>
        <p:nvGraphicFramePr>
          <p:cNvPr id="10" name="Diagram 9">
            <a:extLst>
              <a:ext uri="{FF2B5EF4-FFF2-40B4-BE49-F238E27FC236}">
                <a16:creationId xmlns:a16="http://schemas.microsoft.com/office/drawing/2014/main" id="{BF01989D-62A2-F220-66DC-3A87903222F9}"/>
              </a:ext>
            </a:extLst>
          </p:cNvPr>
          <p:cNvGraphicFramePr/>
          <p:nvPr>
            <p:extLst>
              <p:ext uri="{D42A27DB-BD31-4B8C-83A1-F6EECF244321}">
                <p14:modId xmlns:p14="http://schemas.microsoft.com/office/powerpoint/2010/main" val="220733315"/>
              </p:ext>
            </p:extLst>
          </p:nvPr>
        </p:nvGraphicFramePr>
        <p:xfrm>
          <a:off x="2306089" y="2449655"/>
          <a:ext cx="6783950" cy="163169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5" name="Text 1">
            <a:extLst>
              <a:ext uri="{FF2B5EF4-FFF2-40B4-BE49-F238E27FC236}">
                <a16:creationId xmlns:a16="http://schemas.microsoft.com/office/drawing/2014/main" id="{32877059-CC59-AFF2-8F09-2962E3C4721C}"/>
              </a:ext>
            </a:extLst>
          </p:cNvPr>
          <p:cNvSpPr/>
          <p:nvPr/>
        </p:nvSpPr>
        <p:spPr>
          <a:xfrm>
            <a:off x="-175226" y="2118512"/>
            <a:ext cx="2247094" cy="395492"/>
          </a:xfrm>
          <a:prstGeom prst="rect">
            <a:avLst/>
          </a:prstGeom>
          <a:noFill/>
          <a:ln/>
        </p:spPr>
        <p:txBody>
          <a:bodyPr wrap="square" lIns="0" tIns="0" rIns="0" bIns="0" rtlCol="0" anchor="ctr"/>
          <a:lstStyle/>
          <a:p>
            <a:pPr algn="ctr">
              <a:lnSpc>
                <a:spcPct val="104000"/>
              </a:lnSpc>
            </a:pPr>
            <a:r>
              <a:rPr lang="en-US" sz="1600" u="sng" dirty="0">
                <a:solidFill>
                  <a:schemeClr val="bg1"/>
                </a:solidFill>
              </a:rPr>
              <a:t>Journey Learnings:</a:t>
            </a:r>
            <a:endParaRPr lang="en-US" sz="2400" u="sng" dirty="0">
              <a:solidFill>
                <a:schemeClr val="bg1"/>
              </a:solidFill>
            </a:endParaRPr>
          </a:p>
        </p:txBody>
      </p:sp>
      <p:sp>
        <p:nvSpPr>
          <p:cNvPr id="17" name="Text 1">
            <a:extLst>
              <a:ext uri="{FF2B5EF4-FFF2-40B4-BE49-F238E27FC236}">
                <a16:creationId xmlns:a16="http://schemas.microsoft.com/office/drawing/2014/main" id="{3EE238B7-5A23-3E26-6BD2-2EDE17A0C3FD}"/>
              </a:ext>
            </a:extLst>
          </p:cNvPr>
          <p:cNvSpPr/>
          <p:nvPr/>
        </p:nvSpPr>
        <p:spPr>
          <a:xfrm>
            <a:off x="-17" y="4086219"/>
            <a:ext cx="2407551" cy="395492"/>
          </a:xfrm>
          <a:prstGeom prst="rect">
            <a:avLst/>
          </a:prstGeom>
          <a:noFill/>
          <a:ln/>
        </p:spPr>
        <p:txBody>
          <a:bodyPr wrap="square" lIns="0" tIns="0" rIns="0" bIns="0" rtlCol="0" anchor="ctr"/>
          <a:lstStyle/>
          <a:p>
            <a:pPr algn="ctr">
              <a:lnSpc>
                <a:spcPct val="104000"/>
              </a:lnSpc>
            </a:pPr>
            <a:r>
              <a:rPr lang="en-US" sz="1600" u="sng" dirty="0">
                <a:solidFill>
                  <a:schemeClr val="bg1"/>
                </a:solidFill>
              </a:rPr>
              <a:t>Personal development:</a:t>
            </a:r>
            <a:endParaRPr lang="en-US" sz="2400" u="sng" dirty="0">
              <a:solidFill>
                <a:schemeClr val="bg1"/>
              </a:solidFill>
            </a:endParaRPr>
          </a:p>
        </p:txBody>
      </p:sp>
      <p:sp>
        <p:nvSpPr>
          <p:cNvPr id="19" name="TextBox 18">
            <a:extLst>
              <a:ext uri="{FF2B5EF4-FFF2-40B4-BE49-F238E27FC236}">
                <a16:creationId xmlns:a16="http://schemas.microsoft.com/office/drawing/2014/main" id="{1C3CC95F-999C-FE82-6292-1FC761B4D88A}"/>
              </a:ext>
            </a:extLst>
          </p:cNvPr>
          <p:cNvSpPr txBox="1"/>
          <p:nvPr/>
        </p:nvSpPr>
        <p:spPr>
          <a:xfrm>
            <a:off x="-16244" y="4481711"/>
            <a:ext cx="11281144" cy="923330"/>
          </a:xfrm>
          <a:prstGeom prst="rect">
            <a:avLst/>
          </a:prstGeom>
          <a:noFill/>
        </p:spPr>
        <p:txBody>
          <a:bodyPr wrap="square">
            <a:spAutoFit/>
          </a:bodyPr>
          <a:lstStyle/>
          <a:p>
            <a:r>
              <a:rPr lang="en-IN" dirty="0">
                <a:solidFill>
                  <a:srgbClr val="F3592E"/>
                </a:solidFill>
                <a:latin typeface="Roboto" panose="02000000000000000000" pitchFamily="2" charset="0"/>
                <a:ea typeface="Roboto" panose="02000000000000000000" pitchFamily="2" charset="0"/>
                <a:cs typeface="Roboto" panose="02000000000000000000" pitchFamily="2" charset="0"/>
              </a:rPr>
              <a:t>I grew more confident in engaging with shop-floor operations, structuring observations, working with data, and communicating findings visually. I also learned to use digital tools to make process information easier to understand.</a:t>
            </a:r>
          </a:p>
        </p:txBody>
      </p:sp>
      <p:sp>
        <p:nvSpPr>
          <p:cNvPr id="21" name="Text 1">
            <a:extLst>
              <a:ext uri="{FF2B5EF4-FFF2-40B4-BE49-F238E27FC236}">
                <a16:creationId xmlns:a16="http://schemas.microsoft.com/office/drawing/2014/main" id="{84EB097E-8A40-C993-84CF-5D667CD8653E}"/>
              </a:ext>
            </a:extLst>
          </p:cNvPr>
          <p:cNvSpPr/>
          <p:nvPr/>
        </p:nvSpPr>
        <p:spPr>
          <a:xfrm>
            <a:off x="46622" y="5385957"/>
            <a:ext cx="1375309" cy="395492"/>
          </a:xfrm>
          <a:prstGeom prst="rect">
            <a:avLst/>
          </a:prstGeom>
          <a:noFill/>
          <a:ln/>
        </p:spPr>
        <p:txBody>
          <a:bodyPr wrap="square" lIns="0" tIns="0" rIns="0" bIns="0" rtlCol="0" anchor="ctr"/>
          <a:lstStyle/>
          <a:p>
            <a:pPr algn="ctr">
              <a:lnSpc>
                <a:spcPct val="104000"/>
              </a:lnSpc>
            </a:pPr>
            <a:r>
              <a:rPr lang="en-US" sz="1600" u="sng" dirty="0">
                <a:solidFill>
                  <a:schemeClr val="bg1"/>
                </a:solidFill>
              </a:rPr>
              <a:t>Future Action:</a:t>
            </a:r>
            <a:endParaRPr lang="en-US" sz="2400" u="sng" dirty="0">
              <a:solidFill>
                <a:schemeClr val="bg1"/>
              </a:solidFill>
            </a:endParaRPr>
          </a:p>
        </p:txBody>
      </p:sp>
      <p:sp>
        <p:nvSpPr>
          <p:cNvPr id="25" name="TextBox 24">
            <a:extLst>
              <a:ext uri="{FF2B5EF4-FFF2-40B4-BE49-F238E27FC236}">
                <a16:creationId xmlns:a16="http://schemas.microsoft.com/office/drawing/2014/main" id="{978900FB-BE81-B6FC-9041-0F73332A000F}"/>
              </a:ext>
            </a:extLst>
          </p:cNvPr>
          <p:cNvSpPr txBox="1"/>
          <p:nvPr/>
        </p:nvSpPr>
        <p:spPr>
          <a:xfrm>
            <a:off x="-71054" y="5779490"/>
            <a:ext cx="12431222" cy="369332"/>
          </a:xfrm>
          <a:prstGeom prst="rect">
            <a:avLst/>
          </a:prstGeom>
          <a:noFill/>
        </p:spPr>
        <p:txBody>
          <a:bodyPr wrap="square">
            <a:spAutoFit/>
          </a:bodyPr>
          <a:lstStyle/>
          <a:p>
            <a:r>
              <a:rPr lang="en-IN" dirty="0">
                <a:solidFill>
                  <a:srgbClr val="F3592E"/>
                </a:solidFill>
                <a:latin typeface="Roboto" panose="02000000000000000000" pitchFamily="2" charset="0"/>
                <a:ea typeface="Roboto" panose="02000000000000000000" pitchFamily="2" charset="0"/>
                <a:cs typeface="Roboto" panose="02000000000000000000" pitchFamily="2" charset="0"/>
              </a:rPr>
              <a:t>Validate improvement ideas on the shop floor and track their impact using clear measures.</a:t>
            </a:r>
          </a:p>
        </p:txBody>
      </p:sp>
    </p:spTree>
    <p:extLst>
      <p:ext uri="{BB962C8B-B14F-4D97-AF65-F5344CB8AC3E}">
        <p14:creationId xmlns:p14="http://schemas.microsoft.com/office/powerpoint/2010/main" val="1028050543"/>
      </p:ext>
    </p:extLst>
  </p:cSld>
  <p:clrMapOvr>
    <a:masterClrMapping/>
  </p:clrMapOvr>
</p:sld>
</file>

<file path=ppt/theme/theme1.xml><?xml version="1.0" encoding="utf-8"?>
<a:theme xmlns:a="http://schemas.openxmlformats.org/drawingml/2006/main" name="Office Theme">
  <a:themeElements>
    <a:clrScheme name="Gre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2" id="{41B8F35D-8458-E246-A7EC-873CF1DEC995}" vid="{A773488E-DE3F-6E41-8845-0A877BA5CD31}"/>
    </a:ext>
  </a:extLst>
</a:theme>
</file>

<file path=ppt/theme/theme2.xml><?xml version="1.0" encoding="utf-8"?>
<a:theme xmlns:a="http://schemas.openxmlformats.org/drawingml/2006/main" name="Front Cover">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2" id="{41B8F35D-8458-E246-A7EC-873CF1DEC995}" vid="{D2E7097C-CEE7-074A-A530-99E2441B289C}"/>
    </a:ext>
  </a:extLst>
</a:theme>
</file>

<file path=ppt/theme/theme3.xml><?xml version="1.0" encoding="utf-8"?>
<a:theme xmlns:a="http://schemas.openxmlformats.org/drawingml/2006/main" name="Back Cover">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2" id="{41B8F35D-8458-E246-A7EC-873CF1DEC995}" vid="{14B79E3F-DB97-AB45-8754-BCECEC639204}"/>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SKH-PPT-Template-General</Template>
  <TotalTime>1481</TotalTime>
  <Words>1134</Words>
  <Application>Microsoft Office PowerPoint</Application>
  <PresentationFormat>Widescreen</PresentationFormat>
  <Paragraphs>170</Paragraphs>
  <Slides>7</Slides>
  <Notes>1</Notes>
  <HiddenSlides>0</HiddenSlides>
  <MMClips>0</MMClips>
  <ScaleCrop>false</ScaleCrop>
  <HeadingPairs>
    <vt:vector size="8" baseType="variant">
      <vt:variant>
        <vt:lpstr>Fonts Used</vt:lpstr>
      </vt:variant>
      <vt:variant>
        <vt:i4>9</vt:i4>
      </vt:variant>
      <vt:variant>
        <vt:lpstr>Theme</vt:lpstr>
      </vt:variant>
      <vt:variant>
        <vt:i4>3</vt:i4>
      </vt:variant>
      <vt:variant>
        <vt:lpstr>Embedded OLE Servers</vt:lpstr>
      </vt:variant>
      <vt:variant>
        <vt:i4>1</vt:i4>
      </vt:variant>
      <vt:variant>
        <vt:lpstr>Slide Titles</vt:lpstr>
      </vt:variant>
      <vt:variant>
        <vt:i4>7</vt:i4>
      </vt:variant>
    </vt:vector>
  </HeadingPairs>
  <TitlesOfParts>
    <vt:vector size="20" baseType="lpstr">
      <vt:lpstr>Aptos</vt:lpstr>
      <vt:lpstr>Aptos Display</vt:lpstr>
      <vt:lpstr>Arial</vt:lpstr>
      <vt:lpstr>Century Gothic</vt:lpstr>
      <vt:lpstr>Raleway</vt:lpstr>
      <vt:lpstr>Roboto</vt:lpstr>
      <vt:lpstr>Roboto Bold</vt:lpstr>
      <vt:lpstr>StratumNo1-Black</vt:lpstr>
      <vt:lpstr>Times New Roman</vt:lpstr>
      <vt:lpstr>Office Theme</vt:lpstr>
      <vt:lpstr>Front Cover</vt:lpstr>
      <vt:lpstr>Back Cover</vt:lpstr>
      <vt:lpstr>Bitmap Image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Rishi  Pal</dc:creator>
  <cp:lastModifiedBy>ROHIT PRASAD</cp:lastModifiedBy>
  <cp:revision>15</cp:revision>
  <dcterms:created xsi:type="dcterms:W3CDTF">2026-10-12T11:26:47Z</dcterms:created>
  <dcterms:modified xsi:type="dcterms:W3CDTF">2026-10-14T16:46:23Z</dcterms:modified>
</cp:coreProperties>
</file>